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4"/>
  </p:sldMasterIdLst>
  <p:notesMasterIdLst>
    <p:notesMasterId r:id="rId61"/>
  </p:notesMasterIdLst>
  <p:handoutMasterIdLst>
    <p:handoutMasterId r:id="rId62"/>
  </p:handoutMasterIdLst>
  <p:sldIdLst>
    <p:sldId id="301" r:id="rId5"/>
    <p:sldId id="2147481509" r:id="rId6"/>
    <p:sldId id="312" r:id="rId7"/>
    <p:sldId id="2147481510" r:id="rId8"/>
    <p:sldId id="2147481549" r:id="rId9"/>
    <p:sldId id="2147481551" r:id="rId10"/>
    <p:sldId id="2147481538" r:id="rId11"/>
    <p:sldId id="2147481554" r:id="rId12"/>
    <p:sldId id="2147481555" r:id="rId13"/>
    <p:sldId id="2147481556" r:id="rId14"/>
    <p:sldId id="2147481557" r:id="rId15"/>
    <p:sldId id="2147481558" r:id="rId16"/>
    <p:sldId id="2147481559" r:id="rId17"/>
    <p:sldId id="2147481560" r:id="rId18"/>
    <p:sldId id="2147481561" r:id="rId19"/>
    <p:sldId id="2147481562" r:id="rId20"/>
    <p:sldId id="2147481563" r:id="rId21"/>
    <p:sldId id="2147481565" r:id="rId22"/>
    <p:sldId id="2147481499" r:id="rId23"/>
    <p:sldId id="2147481544" r:id="rId24"/>
    <p:sldId id="2147481507" r:id="rId25"/>
    <p:sldId id="2147481545" r:id="rId26"/>
    <p:sldId id="2147481529" r:id="rId27"/>
    <p:sldId id="2147481546" r:id="rId28"/>
    <p:sldId id="2147481531" r:id="rId29"/>
    <p:sldId id="2147481547" r:id="rId30"/>
    <p:sldId id="2147481533" r:id="rId31"/>
    <p:sldId id="2147481548" r:id="rId32"/>
    <p:sldId id="330" r:id="rId33"/>
    <p:sldId id="303" r:id="rId34"/>
    <p:sldId id="2147481525" r:id="rId35"/>
    <p:sldId id="321" r:id="rId36"/>
    <p:sldId id="2147481497" r:id="rId37"/>
    <p:sldId id="2147481523" r:id="rId38"/>
    <p:sldId id="2147481535" r:id="rId39"/>
    <p:sldId id="2147481541" r:id="rId40"/>
    <p:sldId id="2147481542" r:id="rId41"/>
    <p:sldId id="2147481553" r:id="rId42"/>
    <p:sldId id="2147481552" r:id="rId43"/>
    <p:sldId id="2147481512" r:id="rId44"/>
    <p:sldId id="325" r:id="rId45"/>
    <p:sldId id="2147481496" r:id="rId46"/>
    <p:sldId id="2147481511" r:id="rId47"/>
    <p:sldId id="2147481504" r:id="rId48"/>
    <p:sldId id="2147481501" r:id="rId49"/>
    <p:sldId id="322" r:id="rId50"/>
    <p:sldId id="320" r:id="rId51"/>
    <p:sldId id="328" r:id="rId52"/>
    <p:sldId id="332" r:id="rId53"/>
    <p:sldId id="333" r:id="rId54"/>
    <p:sldId id="319" r:id="rId55"/>
    <p:sldId id="304" r:id="rId56"/>
    <p:sldId id="308" r:id="rId57"/>
    <p:sldId id="318" r:id="rId58"/>
    <p:sldId id="2147481494" r:id="rId59"/>
    <p:sldId id="305" r:id="rId60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F4B2"/>
    <a:srgbClr val="AE841D"/>
    <a:srgbClr val="05ED69"/>
    <a:srgbClr val="F2B418"/>
    <a:srgbClr val="F507B5"/>
    <a:srgbClr val="F257C9"/>
    <a:srgbClr val="CBD7CE"/>
    <a:srgbClr val="336699"/>
    <a:srgbClr val="800080"/>
    <a:srgbClr val="2098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B4F89-F505-D5C9-6577-3C7BB18B8A70}" v="54" dt="2026-03-12T07:37:30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6D80AB-629F-40F1-865F-DD36BD3D6E3D}" type="doc">
      <dgm:prSet loTypeId="urn:microsoft.com/office/officeart/2005/8/layout/hChevron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25B92D4-6AFD-4C12-A655-D0C7C4817D48}">
      <dgm:prSet/>
      <dgm:spPr/>
      <dgm:t>
        <a:bodyPr/>
        <a:lstStyle/>
        <a:p>
          <a:r>
            <a:rPr lang="en-US" b="1" dirty="0" err="1"/>
            <a:t>ฝ่ายขาย</a:t>
          </a:r>
          <a:endParaRPr lang="en-US" dirty="0"/>
        </a:p>
      </dgm:t>
    </dgm:pt>
    <dgm:pt modelId="{FBBC4442-E5E5-4469-B84F-F6B91E207C24}" type="parTrans" cxnId="{A15977AE-579D-4F0A-8EDC-5691998A367F}">
      <dgm:prSet/>
      <dgm:spPr/>
      <dgm:t>
        <a:bodyPr/>
        <a:lstStyle/>
        <a:p>
          <a:endParaRPr lang="en-US"/>
        </a:p>
      </dgm:t>
    </dgm:pt>
    <dgm:pt modelId="{D7CF96AF-F1A5-40FD-9420-E97096F79E5D}" type="sibTrans" cxnId="{A15977AE-579D-4F0A-8EDC-5691998A367F}">
      <dgm:prSet/>
      <dgm:spPr/>
      <dgm:t>
        <a:bodyPr/>
        <a:lstStyle/>
        <a:p>
          <a:endParaRPr lang="en-US"/>
        </a:p>
      </dgm:t>
    </dgm:pt>
    <dgm:pt modelId="{3EC41258-B9E3-4C4E-921D-E60652D5E6CF}">
      <dgm:prSet/>
      <dgm:spPr/>
      <dgm:t>
        <a:bodyPr/>
        <a:lstStyle/>
        <a:p>
          <a:r>
            <a:rPr lang="en-US" b="1"/>
            <a:t>Customer </a:t>
          </a:r>
          <a:r>
            <a:rPr lang="en-US" b="1">
              <a:ea typeface="+mn-lt"/>
              <a:cs typeface="+mn-lt"/>
            </a:rPr>
            <a:t>Service</a:t>
          </a:r>
          <a:endParaRPr lang="en-US" dirty="0"/>
        </a:p>
      </dgm:t>
    </dgm:pt>
    <dgm:pt modelId="{7CE58F32-B506-4805-9A89-E023C743A759}" type="parTrans" cxnId="{5C7BAD03-ED5C-4FA3-896F-5CB375465070}">
      <dgm:prSet/>
      <dgm:spPr/>
      <dgm:t>
        <a:bodyPr/>
        <a:lstStyle/>
        <a:p>
          <a:endParaRPr lang="en-US"/>
        </a:p>
      </dgm:t>
    </dgm:pt>
    <dgm:pt modelId="{F6B49F92-65C5-4471-A2CE-38EDB54BFC15}" type="sibTrans" cxnId="{5C7BAD03-ED5C-4FA3-896F-5CB375465070}">
      <dgm:prSet/>
      <dgm:spPr/>
      <dgm:t>
        <a:bodyPr/>
        <a:lstStyle/>
        <a:p>
          <a:endParaRPr lang="en-US"/>
        </a:p>
      </dgm:t>
    </dgm:pt>
    <dgm:pt modelId="{FF14DF7E-9491-419A-8188-A478BC8C2B04}">
      <dgm:prSet/>
      <dgm:spPr/>
      <dgm:t>
        <a:bodyPr/>
        <a:lstStyle/>
        <a:p>
          <a:r>
            <a:rPr lang="en-US" b="1">
              <a:ea typeface="+mn-lt"/>
              <a:cs typeface="+mn-lt"/>
            </a:rPr>
            <a:t>Transport Planner</a:t>
          </a:r>
          <a:endParaRPr lang="en-US" dirty="0"/>
        </a:p>
      </dgm:t>
    </dgm:pt>
    <dgm:pt modelId="{E2D040A8-FB02-4425-B9F0-08AA1D0A2D20}" type="parTrans" cxnId="{F8AE685D-8F5C-43F1-A27C-C6D25D057D52}">
      <dgm:prSet/>
      <dgm:spPr/>
      <dgm:t>
        <a:bodyPr/>
        <a:lstStyle/>
        <a:p>
          <a:endParaRPr lang="en-US"/>
        </a:p>
      </dgm:t>
    </dgm:pt>
    <dgm:pt modelId="{22D4FF05-062B-4A57-8838-DB6204ADEEF7}" type="sibTrans" cxnId="{F8AE685D-8F5C-43F1-A27C-C6D25D057D52}">
      <dgm:prSet/>
      <dgm:spPr/>
      <dgm:t>
        <a:bodyPr/>
        <a:lstStyle/>
        <a:p>
          <a:endParaRPr lang="en-US"/>
        </a:p>
      </dgm:t>
    </dgm:pt>
    <dgm:pt modelId="{3A3000A0-926A-4CA1-BF3B-BE72B3BD1570}">
      <dgm:prSet/>
      <dgm:spPr/>
      <dgm:t>
        <a:bodyPr/>
        <a:lstStyle/>
        <a:p>
          <a:r>
            <a:rPr lang="en-US" b="1" dirty="0">
              <a:ea typeface="+mn-lt"/>
              <a:cs typeface="+mn-lt"/>
            </a:rPr>
            <a:t>Driver 1</a:t>
          </a:r>
          <a:endParaRPr lang="en-US" dirty="0"/>
        </a:p>
      </dgm:t>
    </dgm:pt>
    <dgm:pt modelId="{1D2F7168-3E2A-4C89-8660-B9AFC67ADD2B}" type="parTrans" cxnId="{E5165417-E255-44A5-B8B5-EA9D781DA2DA}">
      <dgm:prSet/>
      <dgm:spPr/>
      <dgm:t>
        <a:bodyPr/>
        <a:lstStyle/>
        <a:p>
          <a:endParaRPr lang="en-US"/>
        </a:p>
      </dgm:t>
    </dgm:pt>
    <dgm:pt modelId="{8C29B6A1-87C8-4FDB-986C-85CDA5D03209}" type="sibTrans" cxnId="{E5165417-E255-44A5-B8B5-EA9D781DA2DA}">
      <dgm:prSet/>
      <dgm:spPr/>
      <dgm:t>
        <a:bodyPr/>
        <a:lstStyle/>
        <a:p>
          <a:endParaRPr lang="en-US"/>
        </a:p>
      </dgm:t>
    </dgm:pt>
    <dgm:pt modelId="{9C81CE75-5316-4E0D-9361-B21A5412CA62}">
      <dgm:prSet/>
      <dgm:spPr/>
      <dgm:t>
        <a:bodyPr/>
        <a:lstStyle/>
        <a:p>
          <a:r>
            <a:rPr lang="en-US" b="1" dirty="0">
              <a:ea typeface="+mn-lt"/>
              <a:cs typeface="+mn-lt"/>
            </a:rPr>
            <a:t>WH Inventory</a:t>
          </a:r>
          <a:endParaRPr lang="en-US" dirty="0"/>
        </a:p>
      </dgm:t>
    </dgm:pt>
    <dgm:pt modelId="{ED08248C-C92D-48A8-9520-A5D93BC70A2B}" type="parTrans" cxnId="{60B1D7A5-A228-43EA-8D63-A1424679A097}">
      <dgm:prSet/>
      <dgm:spPr/>
      <dgm:t>
        <a:bodyPr/>
        <a:lstStyle/>
        <a:p>
          <a:endParaRPr lang="en-US"/>
        </a:p>
      </dgm:t>
    </dgm:pt>
    <dgm:pt modelId="{FFC4ECDF-9510-4610-99D8-145F241DB6F6}" type="sibTrans" cxnId="{60B1D7A5-A228-43EA-8D63-A1424679A097}">
      <dgm:prSet/>
      <dgm:spPr/>
      <dgm:t>
        <a:bodyPr/>
        <a:lstStyle/>
        <a:p>
          <a:endParaRPr lang="en-US"/>
        </a:p>
      </dgm:t>
    </dgm:pt>
    <dgm:pt modelId="{B876B012-5EA5-4DE0-9AD7-439C8B3ACC19}" type="pres">
      <dgm:prSet presAssocID="{BC6D80AB-629F-40F1-865F-DD36BD3D6E3D}" presName="Name0" presStyleCnt="0">
        <dgm:presLayoutVars>
          <dgm:dir/>
          <dgm:resizeHandles val="exact"/>
        </dgm:presLayoutVars>
      </dgm:prSet>
      <dgm:spPr/>
    </dgm:pt>
    <dgm:pt modelId="{85EA0905-64D6-44D0-AC8B-AAA220282DFD}" type="pres">
      <dgm:prSet presAssocID="{F25B92D4-6AFD-4C12-A655-D0C7C4817D48}" presName="parTxOnly" presStyleLbl="node1" presStyleIdx="0" presStyleCnt="5">
        <dgm:presLayoutVars>
          <dgm:bulletEnabled val="1"/>
        </dgm:presLayoutVars>
      </dgm:prSet>
      <dgm:spPr/>
    </dgm:pt>
    <dgm:pt modelId="{C9910DF9-E5FE-4222-82B2-9C64A266A0AB}" type="pres">
      <dgm:prSet presAssocID="{D7CF96AF-F1A5-40FD-9420-E97096F79E5D}" presName="parSpace" presStyleCnt="0"/>
      <dgm:spPr/>
    </dgm:pt>
    <dgm:pt modelId="{2701E575-6DC8-4F7E-B126-7019A1B47336}" type="pres">
      <dgm:prSet presAssocID="{3EC41258-B9E3-4C4E-921D-E60652D5E6CF}" presName="parTxOnly" presStyleLbl="node1" presStyleIdx="1" presStyleCnt="5">
        <dgm:presLayoutVars>
          <dgm:bulletEnabled val="1"/>
        </dgm:presLayoutVars>
      </dgm:prSet>
      <dgm:spPr/>
    </dgm:pt>
    <dgm:pt modelId="{EFB27728-4E11-42DA-A42E-2184760267CD}" type="pres">
      <dgm:prSet presAssocID="{F6B49F92-65C5-4471-A2CE-38EDB54BFC15}" presName="parSpace" presStyleCnt="0"/>
      <dgm:spPr/>
    </dgm:pt>
    <dgm:pt modelId="{E67F1258-1ABB-4206-807F-78470E10E575}" type="pres">
      <dgm:prSet presAssocID="{FF14DF7E-9491-419A-8188-A478BC8C2B04}" presName="parTxOnly" presStyleLbl="node1" presStyleIdx="2" presStyleCnt="5">
        <dgm:presLayoutVars>
          <dgm:bulletEnabled val="1"/>
        </dgm:presLayoutVars>
      </dgm:prSet>
      <dgm:spPr/>
    </dgm:pt>
    <dgm:pt modelId="{62E96517-0858-4A9C-B819-7AD3D42E9A6C}" type="pres">
      <dgm:prSet presAssocID="{22D4FF05-062B-4A57-8838-DB6204ADEEF7}" presName="parSpace" presStyleCnt="0"/>
      <dgm:spPr/>
    </dgm:pt>
    <dgm:pt modelId="{C5D5EBAA-D5AD-4CDC-B3FC-3DF447BAFD8A}" type="pres">
      <dgm:prSet presAssocID="{3A3000A0-926A-4CA1-BF3B-BE72B3BD1570}" presName="parTxOnly" presStyleLbl="node1" presStyleIdx="3" presStyleCnt="5">
        <dgm:presLayoutVars>
          <dgm:bulletEnabled val="1"/>
        </dgm:presLayoutVars>
      </dgm:prSet>
      <dgm:spPr/>
    </dgm:pt>
    <dgm:pt modelId="{ED71198E-3D9E-47D3-8E35-3AEC20DD1048}" type="pres">
      <dgm:prSet presAssocID="{8C29B6A1-87C8-4FDB-986C-85CDA5D03209}" presName="parSpace" presStyleCnt="0"/>
      <dgm:spPr/>
    </dgm:pt>
    <dgm:pt modelId="{6727E391-B842-4BEA-BC6A-11D32EAFBBA7}" type="pres">
      <dgm:prSet presAssocID="{9C81CE75-5316-4E0D-9361-B21A5412CA62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C7BAD03-ED5C-4FA3-896F-5CB375465070}" srcId="{BC6D80AB-629F-40F1-865F-DD36BD3D6E3D}" destId="{3EC41258-B9E3-4C4E-921D-E60652D5E6CF}" srcOrd="1" destOrd="0" parTransId="{7CE58F32-B506-4805-9A89-E023C743A759}" sibTransId="{F6B49F92-65C5-4471-A2CE-38EDB54BFC15}"/>
    <dgm:cxn modelId="{E5165417-E255-44A5-B8B5-EA9D781DA2DA}" srcId="{BC6D80AB-629F-40F1-865F-DD36BD3D6E3D}" destId="{3A3000A0-926A-4CA1-BF3B-BE72B3BD1570}" srcOrd="3" destOrd="0" parTransId="{1D2F7168-3E2A-4C89-8660-B9AFC67ADD2B}" sibTransId="{8C29B6A1-87C8-4FDB-986C-85CDA5D03209}"/>
    <dgm:cxn modelId="{0FA3AD2C-6BB3-4892-A907-8D719C956BC0}" type="presOf" srcId="{3A3000A0-926A-4CA1-BF3B-BE72B3BD1570}" destId="{C5D5EBAA-D5AD-4CDC-B3FC-3DF447BAFD8A}" srcOrd="0" destOrd="0" presId="urn:microsoft.com/office/officeart/2005/8/layout/hChevron3"/>
    <dgm:cxn modelId="{01701D30-9A50-4A1D-87CB-3672B5BA6B42}" type="presOf" srcId="{9C81CE75-5316-4E0D-9361-B21A5412CA62}" destId="{6727E391-B842-4BEA-BC6A-11D32EAFBBA7}" srcOrd="0" destOrd="0" presId="urn:microsoft.com/office/officeart/2005/8/layout/hChevron3"/>
    <dgm:cxn modelId="{F8AE685D-8F5C-43F1-A27C-C6D25D057D52}" srcId="{BC6D80AB-629F-40F1-865F-DD36BD3D6E3D}" destId="{FF14DF7E-9491-419A-8188-A478BC8C2B04}" srcOrd="2" destOrd="0" parTransId="{E2D040A8-FB02-4425-B9F0-08AA1D0A2D20}" sibTransId="{22D4FF05-062B-4A57-8838-DB6204ADEEF7}"/>
    <dgm:cxn modelId="{51BF5F6A-D9CD-4EAD-902E-E2F2B7862E62}" type="presOf" srcId="{3EC41258-B9E3-4C4E-921D-E60652D5E6CF}" destId="{2701E575-6DC8-4F7E-B126-7019A1B47336}" srcOrd="0" destOrd="0" presId="urn:microsoft.com/office/officeart/2005/8/layout/hChevron3"/>
    <dgm:cxn modelId="{E853CD7E-E483-4C7E-87C2-FE1F5FF0894A}" type="presOf" srcId="{F25B92D4-6AFD-4C12-A655-D0C7C4817D48}" destId="{85EA0905-64D6-44D0-AC8B-AAA220282DFD}" srcOrd="0" destOrd="0" presId="urn:microsoft.com/office/officeart/2005/8/layout/hChevron3"/>
    <dgm:cxn modelId="{EE9F2D88-CFC4-4F87-9A06-AE4E07EE84FB}" type="presOf" srcId="{FF14DF7E-9491-419A-8188-A478BC8C2B04}" destId="{E67F1258-1ABB-4206-807F-78470E10E575}" srcOrd="0" destOrd="0" presId="urn:microsoft.com/office/officeart/2005/8/layout/hChevron3"/>
    <dgm:cxn modelId="{60B1D7A5-A228-43EA-8D63-A1424679A097}" srcId="{BC6D80AB-629F-40F1-865F-DD36BD3D6E3D}" destId="{9C81CE75-5316-4E0D-9361-B21A5412CA62}" srcOrd="4" destOrd="0" parTransId="{ED08248C-C92D-48A8-9520-A5D93BC70A2B}" sibTransId="{FFC4ECDF-9510-4610-99D8-145F241DB6F6}"/>
    <dgm:cxn modelId="{E83315AD-2386-4DED-A73D-271CCE372DF4}" type="presOf" srcId="{BC6D80AB-629F-40F1-865F-DD36BD3D6E3D}" destId="{B876B012-5EA5-4DE0-9AD7-439C8B3ACC19}" srcOrd="0" destOrd="0" presId="urn:microsoft.com/office/officeart/2005/8/layout/hChevron3"/>
    <dgm:cxn modelId="{A15977AE-579D-4F0A-8EDC-5691998A367F}" srcId="{BC6D80AB-629F-40F1-865F-DD36BD3D6E3D}" destId="{F25B92D4-6AFD-4C12-A655-D0C7C4817D48}" srcOrd="0" destOrd="0" parTransId="{FBBC4442-E5E5-4469-B84F-F6B91E207C24}" sibTransId="{D7CF96AF-F1A5-40FD-9420-E97096F79E5D}"/>
    <dgm:cxn modelId="{92C41603-C800-492A-8DF5-61D2933ACCAD}" type="presParOf" srcId="{B876B012-5EA5-4DE0-9AD7-439C8B3ACC19}" destId="{85EA0905-64D6-44D0-AC8B-AAA220282DFD}" srcOrd="0" destOrd="0" presId="urn:microsoft.com/office/officeart/2005/8/layout/hChevron3"/>
    <dgm:cxn modelId="{697E90E7-9033-420F-9E62-0DF47CC059E6}" type="presParOf" srcId="{B876B012-5EA5-4DE0-9AD7-439C8B3ACC19}" destId="{C9910DF9-E5FE-4222-82B2-9C64A266A0AB}" srcOrd="1" destOrd="0" presId="urn:microsoft.com/office/officeart/2005/8/layout/hChevron3"/>
    <dgm:cxn modelId="{1C545E2D-E775-467E-9ACA-DD987D76B4FA}" type="presParOf" srcId="{B876B012-5EA5-4DE0-9AD7-439C8B3ACC19}" destId="{2701E575-6DC8-4F7E-B126-7019A1B47336}" srcOrd="2" destOrd="0" presId="urn:microsoft.com/office/officeart/2005/8/layout/hChevron3"/>
    <dgm:cxn modelId="{C40F812F-4D0C-4B82-8824-1231D12A74A9}" type="presParOf" srcId="{B876B012-5EA5-4DE0-9AD7-439C8B3ACC19}" destId="{EFB27728-4E11-42DA-A42E-2184760267CD}" srcOrd="3" destOrd="0" presId="urn:microsoft.com/office/officeart/2005/8/layout/hChevron3"/>
    <dgm:cxn modelId="{14D61553-ACD5-468B-A89F-4B074E204C91}" type="presParOf" srcId="{B876B012-5EA5-4DE0-9AD7-439C8B3ACC19}" destId="{E67F1258-1ABB-4206-807F-78470E10E575}" srcOrd="4" destOrd="0" presId="urn:microsoft.com/office/officeart/2005/8/layout/hChevron3"/>
    <dgm:cxn modelId="{F03F6589-38CA-4DF7-82B1-BF4704BF97B8}" type="presParOf" srcId="{B876B012-5EA5-4DE0-9AD7-439C8B3ACC19}" destId="{62E96517-0858-4A9C-B819-7AD3D42E9A6C}" srcOrd="5" destOrd="0" presId="urn:microsoft.com/office/officeart/2005/8/layout/hChevron3"/>
    <dgm:cxn modelId="{0EADC2B9-194D-44AB-948F-26E8E6588200}" type="presParOf" srcId="{B876B012-5EA5-4DE0-9AD7-439C8B3ACC19}" destId="{C5D5EBAA-D5AD-4CDC-B3FC-3DF447BAFD8A}" srcOrd="6" destOrd="0" presId="urn:microsoft.com/office/officeart/2005/8/layout/hChevron3"/>
    <dgm:cxn modelId="{1EB4CE4B-A0D2-43CF-8ACA-27B2F38CEC4A}" type="presParOf" srcId="{B876B012-5EA5-4DE0-9AD7-439C8B3ACC19}" destId="{ED71198E-3D9E-47D3-8E35-3AEC20DD1048}" srcOrd="7" destOrd="0" presId="urn:microsoft.com/office/officeart/2005/8/layout/hChevron3"/>
    <dgm:cxn modelId="{A3851417-465B-4FA4-AF9D-5005D3106447}" type="presParOf" srcId="{B876B012-5EA5-4DE0-9AD7-439C8B3ACC19}" destId="{6727E391-B842-4BEA-BC6A-11D32EAFBBA7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21E077-4684-4793-8E5E-B2999232468D}" type="doc">
      <dgm:prSet loTypeId="urn:microsoft.com/office/officeart/2005/8/layout/chevron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08FE238-2F35-4E2B-95B0-4F0A45694E73}">
      <dgm:prSet/>
      <dgm:spPr/>
      <dgm:t>
        <a:bodyPr/>
        <a:lstStyle/>
        <a:p>
          <a:r>
            <a:rPr lang="en-US" b="1" dirty="0"/>
            <a:t>HUB Checker</a:t>
          </a:r>
          <a:endParaRPr lang="en-US" dirty="0"/>
        </a:p>
      </dgm:t>
    </dgm:pt>
    <dgm:pt modelId="{6E477A90-DDBE-404D-91DE-EB172904ADF9}" type="parTrans" cxnId="{3DBC82DB-3495-488A-959D-C4D09CE2DC8C}">
      <dgm:prSet/>
      <dgm:spPr/>
      <dgm:t>
        <a:bodyPr/>
        <a:lstStyle/>
        <a:p>
          <a:endParaRPr lang="en-US"/>
        </a:p>
      </dgm:t>
    </dgm:pt>
    <dgm:pt modelId="{69A617FC-5EA6-4F99-A000-9924B62BF0D5}" type="sibTrans" cxnId="{3DBC82DB-3495-488A-959D-C4D09CE2DC8C}">
      <dgm:prSet/>
      <dgm:spPr/>
      <dgm:t>
        <a:bodyPr/>
        <a:lstStyle/>
        <a:p>
          <a:endParaRPr lang="en-US"/>
        </a:p>
      </dgm:t>
    </dgm:pt>
    <dgm:pt modelId="{0A9706A0-FB38-4971-B4A9-C34D12568E7B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  <a:ea typeface="+mn-lt"/>
              <a:cs typeface="+mn-lt"/>
            </a:rPr>
            <a:t>HUB Admin</a:t>
          </a:r>
          <a:endParaRPr lang="en-US" dirty="0">
            <a:solidFill>
              <a:schemeClr val="bg1"/>
            </a:solidFill>
          </a:endParaRPr>
        </a:p>
      </dgm:t>
    </dgm:pt>
    <dgm:pt modelId="{7EEC332B-6C38-496C-BF04-CC709A8F9507}" type="parTrans" cxnId="{D7D30115-EE4C-419E-9AC5-5CF45C0FBB7C}">
      <dgm:prSet/>
      <dgm:spPr/>
      <dgm:t>
        <a:bodyPr/>
        <a:lstStyle/>
        <a:p>
          <a:endParaRPr lang="en-US"/>
        </a:p>
      </dgm:t>
    </dgm:pt>
    <dgm:pt modelId="{5B1840C7-4550-4A1B-8130-3BB1F7CE5137}" type="sibTrans" cxnId="{D7D30115-EE4C-419E-9AC5-5CF45C0FBB7C}">
      <dgm:prSet/>
      <dgm:spPr/>
      <dgm:t>
        <a:bodyPr/>
        <a:lstStyle/>
        <a:p>
          <a:endParaRPr lang="en-US"/>
        </a:p>
      </dgm:t>
    </dgm:pt>
    <dgm:pt modelId="{1F377619-7070-4F15-8B52-844744BFD019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  <a:ea typeface="+mn-lt"/>
              <a:cs typeface="+mn-lt"/>
            </a:rPr>
            <a:t>HUB Picker</a:t>
          </a:r>
          <a:endParaRPr lang="en-US" dirty="0">
            <a:solidFill>
              <a:schemeClr val="bg1"/>
            </a:solidFill>
          </a:endParaRPr>
        </a:p>
      </dgm:t>
    </dgm:pt>
    <dgm:pt modelId="{AC5C11FC-CD06-4086-B447-3767BB8CA4F4}" type="parTrans" cxnId="{7AB7FDA1-5987-420A-8D18-5A270FEE8A71}">
      <dgm:prSet/>
      <dgm:spPr/>
      <dgm:t>
        <a:bodyPr/>
        <a:lstStyle/>
        <a:p>
          <a:endParaRPr lang="en-US"/>
        </a:p>
      </dgm:t>
    </dgm:pt>
    <dgm:pt modelId="{585AB962-9764-4DBB-B13F-1F847613DCB1}" type="sibTrans" cxnId="{7AB7FDA1-5987-420A-8D18-5A270FEE8A71}">
      <dgm:prSet/>
      <dgm:spPr/>
      <dgm:t>
        <a:bodyPr/>
        <a:lstStyle/>
        <a:p>
          <a:endParaRPr lang="en-US"/>
        </a:p>
      </dgm:t>
    </dgm:pt>
    <dgm:pt modelId="{4E6CFEC0-CCDE-4434-BFF1-FAAB93F587BE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  <a:ea typeface="+mn-lt"/>
              <a:cs typeface="+mn-lt"/>
            </a:rPr>
            <a:t>Driver 2 / Driver3</a:t>
          </a:r>
          <a:endParaRPr lang="en-US" dirty="0">
            <a:solidFill>
              <a:schemeClr val="bg1"/>
            </a:solidFill>
          </a:endParaRPr>
        </a:p>
      </dgm:t>
    </dgm:pt>
    <dgm:pt modelId="{ECA56435-0369-4F97-8B8A-045E25411D22}" type="parTrans" cxnId="{DB6C4FAD-72E1-4751-B5CF-ECBEAA14E42A}">
      <dgm:prSet/>
      <dgm:spPr/>
      <dgm:t>
        <a:bodyPr/>
        <a:lstStyle/>
        <a:p>
          <a:endParaRPr lang="en-US"/>
        </a:p>
      </dgm:t>
    </dgm:pt>
    <dgm:pt modelId="{9D185393-743B-449B-9219-BFD001690D69}" type="sibTrans" cxnId="{DB6C4FAD-72E1-4751-B5CF-ECBEAA14E42A}">
      <dgm:prSet/>
      <dgm:spPr/>
      <dgm:t>
        <a:bodyPr/>
        <a:lstStyle/>
        <a:p>
          <a:endParaRPr lang="en-US"/>
        </a:p>
      </dgm:t>
    </dgm:pt>
    <dgm:pt modelId="{09D51E18-DE1E-4A5E-8AF5-BCC6EDFB479B}" type="pres">
      <dgm:prSet presAssocID="{0B21E077-4684-4793-8E5E-B2999232468D}" presName="Name0" presStyleCnt="0">
        <dgm:presLayoutVars>
          <dgm:dir/>
          <dgm:animLvl val="lvl"/>
          <dgm:resizeHandles val="exact"/>
        </dgm:presLayoutVars>
      </dgm:prSet>
      <dgm:spPr/>
    </dgm:pt>
    <dgm:pt modelId="{809BED19-4BDF-46E8-B355-57DAB81D702A}" type="pres">
      <dgm:prSet presAssocID="{E08FE238-2F35-4E2B-95B0-4F0A45694E73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C7CDE8D-7D58-490B-A496-D0C8392CA012}" type="pres">
      <dgm:prSet presAssocID="{69A617FC-5EA6-4F99-A000-9924B62BF0D5}" presName="parTxOnlySpace" presStyleCnt="0"/>
      <dgm:spPr/>
    </dgm:pt>
    <dgm:pt modelId="{242604F0-9082-4361-9FB9-ABBCB57E4395}" type="pres">
      <dgm:prSet presAssocID="{0A9706A0-FB38-4971-B4A9-C34D12568E7B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3A907F4-A919-4DC4-B063-D0809D924D6C}" type="pres">
      <dgm:prSet presAssocID="{5B1840C7-4550-4A1B-8130-3BB1F7CE5137}" presName="parTxOnlySpace" presStyleCnt="0"/>
      <dgm:spPr/>
    </dgm:pt>
    <dgm:pt modelId="{E5178225-57CE-4FBB-8B94-2898E703E552}" type="pres">
      <dgm:prSet presAssocID="{1F377619-7070-4F15-8B52-844744BFD019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7EBA1CF-A85B-485D-8C8C-4212A8545B97}" type="pres">
      <dgm:prSet presAssocID="{585AB962-9764-4DBB-B13F-1F847613DCB1}" presName="parTxOnlySpace" presStyleCnt="0"/>
      <dgm:spPr/>
    </dgm:pt>
    <dgm:pt modelId="{AE1500C8-01AB-4354-8257-BDC13C99F609}" type="pres">
      <dgm:prSet presAssocID="{4E6CFEC0-CCDE-4434-BFF1-FAAB93F587B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7D30115-EE4C-419E-9AC5-5CF45C0FBB7C}" srcId="{0B21E077-4684-4793-8E5E-B2999232468D}" destId="{0A9706A0-FB38-4971-B4A9-C34D12568E7B}" srcOrd="1" destOrd="0" parTransId="{7EEC332B-6C38-496C-BF04-CC709A8F9507}" sibTransId="{5B1840C7-4550-4A1B-8130-3BB1F7CE5137}"/>
    <dgm:cxn modelId="{19002619-BD15-4599-9AD1-26BA6B114455}" type="presOf" srcId="{0A9706A0-FB38-4971-B4A9-C34D12568E7B}" destId="{242604F0-9082-4361-9FB9-ABBCB57E4395}" srcOrd="0" destOrd="0" presId="urn:microsoft.com/office/officeart/2005/8/layout/chevron1"/>
    <dgm:cxn modelId="{ADC2B037-4D6B-4413-8155-0B28710341AD}" type="presOf" srcId="{0B21E077-4684-4793-8E5E-B2999232468D}" destId="{09D51E18-DE1E-4A5E-8AF5-BCC6EDFB479B}" srcOrd="0" destOrd="0" presId="urn:microsoft.com/office/officeart/2005/8/layout/chevron1"/>
    <dgm:cxn modelId="{7AB7FDA1-5987-420A-8D18-5A270FEE8A71}" srcId="{0B21E077-4684-4793-8E5E-B2999232468D}" destId="{1F377619-7070-4F15-8B52-844744BFD019}" srcOrd="2" destOrd="0" parTransId="{AC5C11FC-CD06-4086-B447-3767BB8CA4F4}" sibTransId="{585AB962-9764-4DBB-B13F-1F847613DCB1}"/>
    <dgm:cxn modelId="{DB6C4FAD-72E1-4751-B5CF-ECBEAA14E42A}" srcId="{0B21E077-4684-4793-8E5E-B2999232468D}" destId="{4E6CFEC0-CCDE-4434-BFF1-FAAB93F587BE}" srcOrd="3" destOrd="0" parTransId="{ECA56435-0369-4F97-8B8A-045E25411D22}" sibTransId="{9D185393-743B-449B-9219-BFD001690D69}"/>
    <dgm:cxn modelId="{3E34AEB4-1687-4519-B53A-2B767C11D770}" type="presOf" srcId="{1F377619-7070-4F15-8B52-844744BFD019}" destId="{E5178225-57CE-4FBB-8B94-2898E703E552}" srcOrd="0" destOrd="0" presId="urn:microsoft.com/office/officeart/2005/8/layout/chevron1"/>
    <dgm:cxn modelId="{A5F751BF-3E27-4380-83BC-B46F4C855EFD}" type="presOf" srcId="{4E6CFEC0-CCDE-4434-BFF1-FAAB93F587BE}" destId="{AE1500C8-01AB-4354-8257-BDC13C99F609}" srcOrd="0" destOrd="0" presId="urn:microsoft.com/office/officeart/2005/8/layout/chevron1"/>
    <dgm:cxn modelId="{B4D014C5-2B10-40D2-8396-2246DDDA075E}" type="presOf" srcId="{E08FE238-2F35-4E2B-95B0-4F0A45694E73}" destId="{809BED19-4BDF-46E8-B355-57DAB81D702A}" srcOrd="0" destOrd="0" presId="urn:microsoft.com/office/officeart/2005/8/layout/chevron1"/>
    <dgm:cxn modelId="{3DBC82DB-3495-488A-959D-C4D09CE2DC8C}" srcId="{0B21E077-4684-4793-8E5E-B2999232468D}" destId="{E08FE238-2F35-4E2B-95B0-4F0A45694E73}" srcOrd="0" destOrd="0" parTransId="{6E477A90-DDBE-404D-91DE-EB172904ADF9}" sibTransId="{69A617FC-5EA6-4F99-A000-9924B62BF0D5}"/>
    <dgm:cxn modelId="{B0E9264D-40C4-42CF-9DA4-3312DBB204CD}" type="presParOf" srcId="{09D51E18-DE1E-4A5E-8AF5-BCC6EDFB479B}" destId="{809BED19-4BDF-46E8-B355-57DAB81D702A}" srcOrd="0" destOrd="0" presId="urn:microsoft.com/office/officeart/2005/8/layout/chevron1"/>
    <dgm:cxn modelId="{B73FF980-5BA8-44BB-A0F7-C7EA59038D89}" type="presParOf" srcId="{09D51E18-DE1E-4A5E-8AF5-BCC6EDFB479B}" destId="{DC7CDE8D-7D58-490B-A496-D0C8392CA012}" srcOrd="1" destOrd="0" presId="urn:microsoft.com/office/officeart/2005/8/layout/chevron1"/>
    <dgm:cxn modelId="{4E04C0AD-90FF-4174-A31E-DD1F89D41CD1}" type="presParOf" srcId="{09D51E18-DE1E-4A5E-8AF5-BCC6EDFB479B}" destId="{242604F0-9082-4361-9FB9-ABBCB57E4395}" srcOrd="2" destOrd="0" presId="urn:microsoft.com/office/officeart/2005/8/layout/chevron1"/>
    <dgm:cxn modelId="{F826363E-8E22-4A2D-AEA4-A0E7B4F73590}" type="presParOf" srcId="{09D51E18-DE1E-4A5E-8AF5-BCC6EDFB479B}" destId="{23A907F4-A919-4DC4-B063-D0809D924D6C}" srcOrd="3" destOrd="0" presId="urn:microsoft.com/office/officeart/2005/8/layout/chevron1"/>
    <dgm:cxn modelId="{61E755DB-A9C9-4350-B443-8A89D3D2F90B}" type="presParOf" srcId="{09D51E18-DE1E-4A5E-8AF5-BCC6EDFB479B}" destId="{E5178225-57CE-4FBB-8B94-2898E703E552}" srcOrd="4" destOrd="0" presId="urn:microsoft.com/office/officeart/2005/8/layout/chevron1"/>
    <dgm:cxn modelId="{B6407A00-939C-47A7-933A-37D1416AFD68}" type="presParOf" srcId="{09D51E18-DE1E-4A5E-8AF5-BCC6EDFB479B}" destId="{57EBA1CF-A85B-485D-8C8C-4212A8545B97}" srcOrd="5" destOrd="0" presId="urn:microsoft.com/office/officeart/2005/8/layout/chevron1"/>
    <dgm:cxn modelId="{36B77D30-B3EE-44A8-9BA3-E5564A3AE92A}" type="presParOf" srcId="{09D51E18-DE1E-4A5E-8AF5-BCC6EDFB479B}" destId="{AE1500C8-01AB-4354-8257-BDC13C99F60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1DCE5B-E41E-4381-A9D1-4EB6443D74BC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CD2970C-16CA-4E54-99FE-AB21C43B87E4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US" b="1"/>
            <a:t>Sale System</a:t>
          </a:r>
          <a:endParaRPr lang="en-US"/>
        </a:p>
      </dgm:t>
    </dgm:pt>
    <dgm:pt modelId="{F5ECB88C-AA8C-49C7-BBE9-B2B123A3E1F8}" type="parTrans" cxnId="{603F10ED-65A8-4CBB-A7E6-B2A41432C8DE}">
      <dgm:prSet/>
      <dgm:spPr/>
      <dgm:t>
        <a:bodyPr/>
        <a:lstStyle/>
        <a:p>
          <a:endParaRPr lang="en-US"/>
        </a:p>
      </dgm:t>
    </dgm:pt>
    <dgm:pt modelId="{D9CF5366-074C-4634-8789-B88AB7770889}" type="sibTrans" cxnId="{603F10ED-65A8-4CBB-A7E6-B2A41432C8DE}">
      <dgm:prSet/>
      <dgm:spPr/>
      <dgm:t>
        <a:bodyPr/>
        <a:lstStyle/>
        <a:p>
          <a:endParaRPr lang="en-US"/>
        </a:p>
      </dgm:t>
    </dgm:pt>
    <dgm:pt modelId="{95A29473-916B-4EB4-8344-E6C61B4803CC}">
      <dgm:prSet/>
      <dgm:spPr>
        <a:solidFill>
          <a:srgbClr val="800080"/>
        </a:solidFill>
      </dgm:spPr>
      <dgm:t>
        <a:bodyPr/>
        <a:lstStyle/>
        <a:p>
          <a:r>
            <a:rPr lang="en-US" b="1"/>
            <a:t>LOC System</a:t>
          </a:r>
          <a:endParaRPr lang="en-US"/>
        </a:p>
      </dgm:t>
    </dgm:pt>
    <dgm:pt modelId="{2160DF90-A13B-4DFD-ACC8-02E269F133E9}" type="parTrans" cxnId="{CD2CD682-114B-4662-A8ED-514E3DA2C89A}">
      <dgm:prSet/>
      <dgm:spPr/>
      <dgm:t>
        <a:bodyPr/>
        <a:lstStyle/>
        <a:p>
          <a:endParaRPr lang="en-US"/>
        </a:p>
      </dgm:t>
    </dgm:pt>
    <dgm:pt modelId="{56416F30-C156-4346-99A5-3A3519207B39}" type="sibTrans" cxnId="{CD2CD682-114B-4662-A8ED-514E3DA2C89A}">
      <dgm:prSet/>
      <dgm:spPr/>
      <dgm:t>
        <a:bodyPr/>
        <a:lstStyle/>
        <a:p>
          <a:endParaRPr lang="en-US"/>
        </a:p>
      </dgm:t>
    </dgm:pt>
    <dgm:pt modelId="{8F12749F-E85E-45E9-B191-F62E01957B02}">
      <dgm:prSet/>
      <dgm:spPr>
        <a:solidFill>
          <a:srgbClr val="0070C0"/>
        </a:solidFill>
      </dgm:spPr>
      <dgm:t>
        <a:bodyPr/>
        <a:lstStyle/>
        <a:p>
          <a:r>
            <a:rPr lang="en-US" b="1"/>
            <a:t>CERTU System</a:t>
          </a:r>
          <a:endParaRPr lang="en-US"/>
        </a:p>
      </dgm:t>
    </dgm:pt>
    <dgm:pt modelId="{55BC2DBF-AAD9-4F35-9302-B503D2368BCA}" type="parTrans" cxnId="{CEDC7644-81BD-4416-BBA3-CFAA0C94F9C6}">
      <dgm:prSet/>
      <dgm:spPr/>
      <dgm:t>
        <a:bodyPr/>
        <a:lstStyle/>
        <a:p>
          <a:endParaRPr lang="en-US"/>
        </a:p>
      </dgm:t>
    </dgm:pt>
    <dgm:pt modelId="{342F8E10-85BC-4563-837F-302BD8FE3DB0}" type="sibTrans" cxnId="{CEDC7644-81BD-4416-BBA3-CFAA0C94F9C6}">
      <dgm:prSet/>
      <dgm:spPr/>
      <dgm:t>
        <a:bodyPr/>
        <a:lstStyle/>
        <a:p>
          <a:endParaRPr lang="en-US"/>
        </a:p>
      </dgm:t>
    </dgm:pt>
    <dgm:pt modelId="{3BB378DC-CF03-4E68-B988-AA8F6EF9287E}">
      <dgm:prSet/>
      <dgm:spPr>
        <a:solidFill>
          <a:schemeClr val="accent2"/>
        </a:solidFill>
      </dgm:spPr>
      <dgm:t>
        <a:bodyPr/>
        <a:lstStyle/>
        <a:p>
          <a:r>
            <a:rPr lang="en-US" b="1"/>
            <a:t>TMS / Plus Transport</a:t>
          </a:r>
          <a:endParaRPr lang="en-US"/>
        </a:p>
      </dgm:t>
    </dgm:pt>
    <dgm:pt modelId="{3364B6CE-A665-4DD1-A46E-D69F022EE8A0}" type="parTrans" cxnId="{BCE22D40-3F24-45FA-9BCA-150221A75F6F}">
      <dgm:prSet/>
      <dgm:spPr/>
      <dgm:t>
        <a:bodyPr/>
        <a:lstStyle/>
        <a:p>
          <a:endParaRPr lang="en-US"/>
        </a:p>
      </dgm:t>
    </dgm:pt>
    <dgm:pt modelId="{B0EFB71B-11F0-4CB7-8AF1-30C6EE5E07FF}" type="sibTrans" cxnId="{BCE22D40-3F24-45FA-9BCA-150221A75F6F}">
      <dgm:prSet/>
      <dgm:spPr/>
      <dgm:t>
        <a:bodyPr/>
        <a:lstStyle/>
        <a:p>
          <a:endParaRPr lang="en-US"/>
        </a:p>
      </dgm:t>
    </dgm:pt>
    <dgm:pt modelId="{9D984EA3-8CD6-4468-9ADF-40A1F07F5AE2}">
      <dgm:prSet/>
      <dgm:spPr>
        <a:solidFill>
          <a:srgbClr val="6600CC"/>
        </a:solidFill>
      </dgm:spPr>
      <dgm:t>
        <a:bodyPr/>
        <a:lstStyle/>
        <a:p>
          <a:r>
            <a:rPr lang="en-US" b="1"/>
            <a:t>WMS System</a:t>
          </a:r>
          <a:endParaRPr lang="en-US"/>
        </a:p>
      </dgm:t>
    </dgm:pt>
    <dgm:pt modelId="{F3836FF5-DB26-4F51-B0DD-20D81CD4F56D}" type="parTrans" cxnId="{A9F674AF-B897-48E3-A8F1-049216336B91}">
      <dgm:prSet/>
      <dgm:spPr/>
      <dgm:t>
        <a:bodyPr/>
        <a:lstStyle/>
        <a:p>
          <a:endParaRPr lang="en-US"/>
        </a:p>
      </dgm:t>
    </dgm:pt>
    <dgm:pt modelId="{26894176-0DC2-40D1-8E97-C27D3BD2AFAE}" type="sibTrans" cxnId="{A9F674AF-B897-48E3-A8F1-049216336B91}">
      <dgm:prSet/>
      <dgm:spPr/>
      <dgm:t>
        <a:bodyPr/>
        <a:lstStyle/>
        <a:p>
          <a:endParaRPr lang="en-US"/>
        </a:p>
      </dgm:t>
    </dgm:pt>
    <dgm:pt modelId="{596FC794-3588-477D-86C5-771572692518}">
      <dgm:prSet/>
      <dgm:spPr>
        <a:solidFill>
          <a:srgbClr val="006666"/>
        </a:solidFill>
      </dgm:spPr>
      <dgm:t>
        <a:bodyPr/>
        <a:lstStyle/>
        <a:p>
          <a:r>
            <a:rPr lang="en-US" b="1"/>
            <a:t>Cross Docking System</a:t>
          </a:r>
          <a:endParaRPr lang="en-US"/>
        </a:p>
      </dgm:t>
    </dgm:pt>
    <dgm:pt modelId="{0FF0704C-97F9-47BB-A4CA-EF90E9F2DC49}" type="parTrans" cxnId="{B87AD3DE-AEF2-47D7-B5FC-FF5B1A6461D8}">
      <dgm:prSet/>
      <dgm:spPr/>
      <dgm:t>
        <a:bodyPr/>
        <a:lstStyle/>
        <a:p>
          <a:endParaRPr lang="en-US"/>
        </a:p>
      </dgm:t>
    </dgm:pt>
    <dgm:pt modelId="{B79AFA4F-DA73-4E63-868B-068B22DB52B7}" type="sibTrans" cxnId="{B87AD3DE-AEF2-47D7-B5FC-FF5B1A6461D8}">
      <dgm:prSet/>
      <dgm:spPr/>
      <dgm:t>
        <a:bodyPr/>
        <a:lstStyle/>
        <a:p>
          <a:endParaRPr lang="en-US"/>
        </a:p>
      </dgm:t>
    </dgm:pt>
    <dgm:pt modelId="{BB4164A3-6B84-45F2-BFC6-412D9731116D}">
      <dgm:prSet/>
      <dgm:spPr/>
      <dgm:t>
        <a:bodyPr/>
        <a:lstStyle/>
        <a:p>
          <a:r>
            <a:rPr lang="en-US" b="1"/>
            <a:t>Dock Management</a:t>
          </a:r>
          <a:endParaRPr lang="en-US"/>
        </a:p>
      </dgm:t>
    </dgm:pt>
    <dgm:pt modelId="{22A0AB91-FC2E-40F0-AA6E-CA1986B0C3B9}" type="parTrans" cxnId="{66F35CAB-F89C-40A3-AA27-F4D8F09D0F12}">
      <dgm:prSet/>
      <dgm:spPr/>
      <dgm:t>
        <a:bodyPr/>
        <a:lstStyle/>
        <a:p>
          <a:endParaRPr lang="en-US"/>
        </a:p>
      </dgm:t>
    </dgm:pt>
    <dgm:pt modelId="{6AB04BEA-97EF-4BFC-A18C-A365EB2D28A2}" type="sibTrans" cxnId="{66F35CAB-F89C-40A3-AA27-F4D8F09D0F12}">
      <dgm:prSet/>
      <dgm:spPr/>
      <dgm:t>
        <a:bodyPr/>
        <a:lstStyle/>
        <a:p>
          <a:endParaRPr lang="en-US"/>
        </a:p>
      </dgm:t>
    </dgm:pt>
    <dgm:pt modelId="{180449B1-7B7F-4DF7-8BEF-B85CCE6EEC98}" type="pres">
      <dgm:prSet presAssocID="{201DCE5B-E41E-4381-A9D1-4EB6443D74BC}" presName="Name0" presStyleCnt="0">
        <dgm:presLayoutVars>
          <dgm:dir/>
          <dgm:resizeHandles val="exact"/>
        </dgm:presLayoutVars>
      </dgm:prSet>
      <dgm:spPr/>
    </dgm:pt>
    <dgm:pt modelId="{9F5ED05F-0FAB-4BAD-A945-397C0017C5A1}" type="pres">
      <dgm:prSet presAssocID="{8CD2970C-16CA-4E54-99FE-AB21C43B87E4}" presName="parTxOnly" presStyleLbl="node1" presStyleIdx="0" presStyleCnt="7" custScaleX="64835">
        <dgm:presLayoutVars>
          <dgm:bulletEnabled val="1"/>
        </dgm:presLayoutVars>
      </dgm:prSet>
      <dgm:spPr/>
    </dgm:pt>
    <dgm:pt modelId="{22D83BFB-1931-431C-993F-0C09FC70CD95}" type="pres">
      <dgm:prSet presAssocID="{D9CF5366-074C-4634-8789-B88AB7770889}" presName="parSpace" presStyleCnt="0"/>
      <dgm:spPr/>
    </dgm:pt>
    <dgm:pt modelId="{F1A62987-598E-4B8E-87A3-DF7EA1C40A49}" type="pres">
      <dgm:prSet presAssocID="{95A29473-916B-4EB4-8344-E6C61B4803CC}" presName="parTxOnly" presStyleLbl="node1" presStyleIdx="1" presStyleCnt="7" custScaleX="136728">
        <dgm:presLayoutVars>
          <dgm:bulletEnabled val="1"/>
        </dgm:presLayoutVars>
      </dgm:prSet>
      <dgm:spPr/>
    </dgm:pt>
    <dgm:pt modelId="{63010228-C0B1-4B1B-A9DC-CD87F138A0C4}" type="pres">
      <dgm:prSet presAssocID="{56416F30-C156-4346-99A5-3A3519207B39}" presName="parSpace" presStyleCnt="0"/>
      <dgm:spPr/>
    </dgm:pt>
    <dgm:pt modelId="{5672AB44-42CF-4C57-B4E5-DAF2B4EDF1AF}" type="pres">
      <dgm:prSet presAssocID="{8F12749F-E85E-45E9-B191-F62E01957B02}" presName="parTxOnly" presStyleLbl="node1" presStyleIdx="2" presStyleCnt="7" custScaleX="96984">
        <dgm:presLayoutVars>
          <dgm:bulletEnabled val="1"/>
        </dgm:presLayoutVars>
      </dgm:prSet>
      <dgm:spPr/>
    </dgm:pt>
    <dgm:pt modelId="{A32D9F33-8AAE-42C1-AC8F-7762A285E84E}" type="pres">
      <dgm:prSet presAssocID="{342F8E10-85BC-4563-837F-302BD8FE3DB0}" presName="parSpace" presStyleCnt="0"/>
      <dgm:spPr/>
    </dgm:pt>
    <dgm:pt modelId="{AD51FA8E-C9A7-4FC2-87DF-C69E39B7F171}" type="pres">
      <dgm:prSet presAssocID="{3BB378DC-CF03-4E68-B988-AA8F6EF9287E}" presName="parTxOnly" presStyleLbl="node1" presStyleIdx="3" presStyleCnt="7" custScaleX="98218">
        <dgm:presLayoutVars>
          <dgm:bulletEnabled val="1"/>
        </dgm:presLayoutVars>
      </dgm:prSet>
      <dgm:spPr/>
    </dgm:pt>
    <dgm:pt modelId="{2B7E8F52-F1B8-40BF-BC90-B00939F1ADCF}" type="pres">
      <dgm:prSet presAssocID="{B0EFB71B-11F0-4CB7-8AF1-30C6EE5E07FF}" presName="parSpace" presStyleCnt="0"/>
      <dgm:spPr/>
    </dgm:pt>
    <dgm:pt modelId="{02EF3EE8-AC3D-4271-82E3-1EA6B3CB44B5}" type="pres">
      <dgm:prSet presAssocID="{9D984EA3-8CD6-4468-9ADF-40A1F07F5AE2}" presName="parTxOnly" presStyleLbl="node1" presStyleIdx="4" presStyleCnt="7">
        <dgm:presLayoutVars>
          <dgm:bulletEnabled val="1"/>
        </dgm:presLayoutVars>
      </dgm:prSet>
      <dgm:spPr/>
    </dgm:pt>
    <dgm:pt modelId="{B90A1BBC-1789-4860-9608-BABF42D1ACDF}" type="pres">
      <dgm:prSet presAssocID="{26894176-0DC2-40D1-8E97-C27D3BD2AFAE}" presName="parSpace" presStyleCnt="0"/>
      <dgm:spPr/>
    </dgm:pt>
    <dgm:pt modelId="{A02B7A33-F357-4899-B230-BC024AD3B6E2}" type="pres">
      <dgm:prSet presAssocID="{596FC794-3588-477D-86C5-771572692518}" presName="parTxOnly" presStyleLbl="node1" presStyleIdx="5" presStyleCnt="7" custScaleX="267229">
        <dgm:presLayoutVars>
          <dgm:bulletEnabled val="1"/>
        </dgm:presLayoutVars>
      </dgm:prSet>
      <dgm:spPr/>
    </dgm:pt>
    <dgm:pt modelId="{64BFC651-215D-4AEC-A95F-AE040E1326B9}" type="pres">
      <dgm:prSet presAssocID="{B79AFA4F-DA73-4E63-868B-068B22DB52B7}" presName="parSpace" presStyleCnt="0"/>
      <dgm:spPr/>
    </dgm:pt>
    <dgm:pt modelId="{11DDB493-F5F2-43BA-BE0A-C9255276504D}" type="pres">
      <dgm:prSet presAssocID="{BB4164A3-6B84-45F2-BFC6-412D9731116D}" presName="parTxOnly" presStyleLbl="node1" presStyleIdx="6" presStyleCnt="7" custScaleX="84515" custScaleY="101439">
        <dgm:presLayoutVars>
          <dgm:bulletEnabled val="1"/>
        </dgm:presLayoutVars>
      </dgm:prSet>
      <dgm:spPr/>
    </dgm:pt>
  </dgm:ptLst>
  <dgm:cxnLst>
    <dgm:cxn modelId="{2B2D8707-56A7-4660-91EF-057843F359B0}" type="presOf" srcId="{95A29473-916B-4EB4-8344-E6C61B4803CC}" destId="{F1A62987-598E-4B8E-87A3-DF7EA1C40A49}" srcOrd="0" destOrd="0" presId="urn:microsoft.com/office/officeart/2005/8/layout/hChevron3"/>
    <dgm:cxn modelId="{99ECB31D-795E-47AE-ADAD-ADB7D165702C}" type="presOf" srcId="{8CD2970C-16CA-4E54-99FE-AB21C43B87E4}" destId="{9F5ED05F-0FAB-4BAD-A945-397C0017C5A1}" srcOrd="0" destOrd="0" presId="urn:microsoft.com/office/officeart/2005/8/layout/hChevron3"/>
    <dgm:cxn modelId="{212A2130-85F6-4395-AA3E-C038B6DFA774}" type="presOf" srcId="{596FC794-3588-477D-86C5-771572692518}" destId="{A02B7A33-F357-4899-B230-BC024AD3B6E2}" srcOrd="0" destOrd="0" presId="urn:microsoft.com/office/officeart/2005/8/layout/hChevron3"/>
    <dgm:cxn modelId="{BCE22D40-3F24-45FA-9BCA-150221A75F6F}" srcId="{201DCE5B-E41E-4381-A9D1-4EB6443D74BC}" destId="{3BB378DC-CF03-4E68-B988-AA8F6EF9287E}" srcOrd="3" destOrd="0" parTransId="{3364B6CE-A665-4DD1-A46E-D69F022EE8A0}" sibTransId="{B0EFB71B-11F0-4CB7-8AF1-30C6EE5E07FF}"/>
    <dgm:cxn modelId="{BA599F61-18C4-48B4-B969-8609BC5B13CD}" type="presOf" srcId="{201DCE5B-E41E-4381-A9D1-4EB6443D74BC}" destId="{180449B1-7B7F-4DF7-8BEF-B85CCE6EEC98}" srcOrd="0" destOrd="0" presId="urn:microsoft.com/office/officeart/2005/8/layout/hChevron3"/>
    <dgm:cxn modelId="{CEDC7644-81BD-4416-BBA3-CFAA0C94F9C6}" srcId="{201DCE5B-E41E-4381-A9D1-4EB6443D74BC}" destId="{8F12749F-E85E-45E9-B191-F62E01957B02}" srcOrd="2" destOrd="0" parTransId="{55BC2DBF-AAD9-4F35-9302-B503D2368BCA}" sibTransId="{342F8E10-85BC-4563-837F-302BD8FE3DB0}"/>
    <dgm:cxn modelId="{CD2CD682-114B-4662-A8ED-514E3DA2C89A}" srcId="{201DCE5B-E41E-4381-A9D1-4EB6443D74BC}" destId="{95A29473-916B-4EB4-8344-E6C61B4803CC}" srcOrd="1" destOrd="0" parTransId="{2160DF90-A13B-4DFD-ACC8-02E269F133E9}" sibTransId="{56416F30-C156-4346-99A5-3A3519207B39}"/>
    <dgm:cxn modelId="{EF3D3E8D-6D10-4D86-BFA0-CC2B2AFB917A}" type="presOf" srcId="{3BB378DC-CF03-4E68-B988-AA8F6EF9287E}" destId="{AD51FA8E-C9A7-4FC2-87DF-C69E39B7F171}" srcOrd="0" destOrd="0" presId="urn:microsoft.com/office/officeart/2005/8/layout/hChevron3"/>
    <dgm:cxn modelId="{D89017A7-2E30-4834-B5FA-0EC7675A3564}" type="presOf" srcId="{9D984EA3-8CD6-4468-9ADF-40A1F07F5AE2}" destId="{02EF3EE8-AC3D-4271-82E3-1EA6B3CB44B5}" srcOrd="0" destOrd="0" presId="urn:microsoft.com/office/officeart/2005/8/layout/hChevron3"/>
    <dgm:cxn modelId="{66F35CAB-F89C-40A3-AA27-F4D8F09D0F12}" srcId="{201DCE5B-E41E-4381-A9D1-4EB6443D74BC}" destId="{BB4164A3-6B84-45F2-BFC6-412D9731116D}" srcOrd="6" destOrd="0" parTransId="{22A0AB91-FC2E-40F0-AA6E-CA1986B0C3B9}" sibTransId="{6AB04BEA-97EF-4BFC-A18C-A365EB2D28A2}"/>
    <dgm:cxn modelId="{A9F674AF-B897-48E3-A8F1-049216336B91}" srcId="{201DCE5B-E41E-4381-A9D1-4EB6443D74BC}" destId="{9D984EA3-8CD6-4468-9ADF-40A1F07F5AE2}" srcOrd="4" destOrd="0" parTransId="{F3836FF5-DB26-4F51-B0DD-20D81CD4F56D}" sibTransId="{26894176-0DC2-40D1-8E97-C27D3BD2AFAE}"/>
    <dgm:cxn modelId="{ACA5A3D5-6BBD-406A-9960-156255AC0465}" type="presOf" srcId="{BB4164A3-6B84-45F2-BFC6-412D9731116D}" destId="{11DDB493-F5F2-43BA-BE0A-C9255276504D}" srcOrd="0" destOrd="0" presId="urn:microsoft.com/office/officeart/2005/8/layout/hChevron3"/>
    <dgm:cxn modelId="{B87AD3DE-AEF2-47D7-B5FC-FF5B1A6461D8}" srcId="{201DCE5B-E41E-4381-A9D1-4EB6443D74BC}" destId="{596FC794-3588-477D-86C5-771572692518}" srcOrd="5" destOrd="0" parTransId="{0FF0704C-97F9-47BB-A4CA-EF90E9F2DC49}" sibTransId="{B79AFA4F-DA73-4E63-868B-068B22DB52B7}"/>
    <dgm:cxn modelId="{603F10ED-65A8-4CBB-A7E6-B2A41432C8DE}" srcId="{201DCE5B-E41E-4381-A9D1-4EB6443D74BC}" destId="{8CD2970C-16CA-4E54-99FE-AB21C43B87E4}" srcOrd="0" destOrd="0" parTransId="{F5ECB88C-AA8C-49C7-BBE9-B2B123A3E1F8}" sibTransId="{D9CF5366-074C-4634-8789-B88AB7770889}"/>
    <dgm:cxn modelId="{47114DF3-68F5-4C21-A828-C62519763E4A}" type="presOf" srcId="{8F12749F-E85E-45E9-B191-F62E01957B02}" destId="{5672AB44-42CF-4C57-B4E5-DAF2B4EDF1AF}" srcOrd="0" destOrd="0" presId="urn:microsoft.com/office/officeart/2005/8/layout/hChevron3"/>
    <dgm:cxn modelId="{FB016E9E-5953-41A4-A70F-05C9079240F1}" type="presParOf" srcId="{180449B1-7B7F-4DF7-8BEF-B85CCE6EEC98}" destId="{9F5ED05F-0FAB-4BAD-A945-397C0017C5A1}" srcOrd="0" destOrd="0" presId="urn:microsoft.com/office/officeart/2005/8/layout/hChevron3"/>
    <dgm:cxn modelId="{50394061-72D4-44BF-A315-F6815A113161}" type="presParOf" srcId="{180449B1-7B7F-4DF7-8BEF-B85CCE6EEC98}" destId="{22D83BFB-1931-431C-993F-0C09FC70CD95}" srcOrd="1" destOrd="0" presId="urn:microsoft.com/office/officeart/2005/8/layout/hChevron3"/>
    <dgm:cxn modelId="{B9C4BACB-B011-48CC-9022-7693B68D1CBF}" type="presParOf" srcId="{180449B1-7B7F-4DF7-8BEF-B85CCE6EEC98}" destId="{F1A62987-598E-4B8E-87A3-DF7EA1C40A49}" srcOrd="2" destOrd="0" presId="urn:microsoft.com/office/officeart/2005/8/layout/hChevron3"/>
    <dgm:cxn modelId="{1EF1F2F7-9EBE-4BF5-88F6-DE1C3C8002DE}" type="presParOf" srcId="{180449B1-7B7F-4DF7-8BEF-B85CCE6EEC98}" destId="{63010228-C0B1-4B1B-A9DC-CD87F138A0C4}" srcOrd="3" destOrd="0" presId="urn:microsoft.com/office/officeart/2005/8/layout/hChevron3"/>
    <dgm:cxn modelId="{4B16C462-EE9C-4889-8F55-43EF70C97A2F}" type="presParOf" srcId="{180449B1-7B7F-4DF7-8BEF-B85CCE6EEC98}" destId="{5672AB44-42CF-4C57-B4E5-DAF2B4EDF1AF}" srcOrd="4" destOrd="0" presId="urn:microsoft.com/office/officeart/2005/8/layout/hChevron3"/>
    <dgm:cxn modelId="{C60BF1E4-F6E6-49DB-A1AE-8CC5A0FAD25D}" type="presParOf" srcId="{180449B1-7B7F-4DF7-8BEF-B85CCE6EEC98}" destId="{A32D9F33-8AAE-42C1-AC8F-7762A285E84E}" srcOrd="5" destOrd="0" presId="urn:microsoft.com/office/officeart/2005/8/layout/hChevron3"/>
    <dgm:cxn modelId="{D087C2BB-CDE6-44C2-87AC-88333BE37156}" type="presParOf" srcId="{180449B1-7B7F-4DF7-8BEF-B85CCE6EEC98}" destId="{AD51FA8E-C9A7-4FC2-87DF-C69E39B7F171}" srcOrd="6" destOrd="0" presId="urn:microsoft.com/office/officeart/2005/8/layout/hChevron3"/>
    <dgm:cxn modelId="{2269354F-DAEB-48B4-BDD5-56468CDC48AB}" type="presParOf" srcId="{180449B1-7B7F-4DF7-8BEF-B85CCE6EEC98}" destId="{2B7E8F52-F1B8-40BF-BC90-B00939F1ADCF}" srcOrd="7" destOrd="0" presId="urn:microsoft.com/office/officeart/2005/8/layout/hChevron3"/>
    <dgm:cxn modelId="{7E3248CB-A078-43F4-97C7-93297AE40D1A}" type="presParOf" srcId="{180449B1-7B7F-4DF7-8BEF-B85CCE6EEC98}" destId="{02EF3EE8-AC3D-4271-82E3-1EA6B3CB44B5}" srcOrd="8" destOrd="0" presId="urn:microsoft.com/office/officeart/2005/8/layout/hChevron3"/>
    <dgm:cxn modelId="{2815778F-E116-4347-8418-D9524822797C}" type="presParOf" srcId="{180449B1-7B7F-4DF7-8BEF-B85CCE6EEC98}" destId="{B90A1BBC-1789-4860-9608-BABF42D1ACDF}" srcOrd="9" destOrd="0" presId="urn:microsoft.com/office/officeart/2005/8/layout/hChevron3"/>
    <dgm:cxn modelId="{792D3631-3847-44C1-BC1A-B681B0E94DF2}" type="presParOf" srcId="{180449B1-7B7F-4DF7-8BEF-B85CCE6EEC98}" destId="{A02B7A33-F357-4899-B230-BC024AD3B6E2}" srcOrd="10" destOrd="0" presId="urn:microsoft.com/office/officeart/2005/8/layout/hChevron3"/>
    <dgm:cxn modelId="{CC28C305-769A-4FD9-8A4C-53676AA421AD}" type="presParOf" srcId="{180449B1-7B7F-4DF7-8BEF-B85CCE6EEC98}" destId="{64BFC651-215D-4AEC-A95F-AE040E1326B9}" srcOrd="11" destOrd="0" presId="urn:microsoft.com/office/officeart/2005/8/layout/hChevron3"/>
    <dgm:cxn modelId="{895566D4-E37D-4B67-9C4F-3149E4DB03FB}" type="presParOf" srcId="{180449B1-7B7F-4DF7-8BEF-B85CCE6EEC98}" destId="{11DDB493-F5F2-43BA-BE0A-C9255276504D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C55B2A-C315-44A7-A158-475E8E0F59A9}" type="doc">
      <dgm:prSet loTypeId="urn:diagrams.loki3.com/VaryingWidth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507A9E2-8CEC-4111-9B69-E7B2D38A40CF}">
      <dgm:prSet phldrT="[Text]" phldr="0" custT="1"/>
      <dgm:spPr/>
      <dgm:t>
        <a:bodyPr vert="vert270"/>
        <a:lstStyle/>
        <a:p>
          <a:r>
            <a:rPr lang="en-US" sz="1000" b="1">
              <a:latin typeface="Kanit Light"/>
            </a:rPr>
            <a:t>Normal Outbound Order</a:t>
          </a:r>
        </a:p>
      </dgm:t>
    </dgm:pt>
    <dgm:pt modelId="{A8317ED6-8151-4788-A3B0-9B0FBF056742}" type="sibTrans" cxnId="{23A7F4CC-839D-4AE8-92A2-04014254AE3C}">
      <dgm:prSet/>
      <dgm:spPr/>
      <dgm:t>
        <a:bodyPr/>
        <a:lstStyle/>
        <a:p>
          <a:endParaRPr lang="en-US" sz="1000"/>
        </a:p>
      </dgm:t>
    </dgm:pt>
    <dgm:pt modelId="{662428A5-5E55-47F5-B0DD-B55C23DB7F87}" type="parTrans" cxnId="{23A7F4CC-839D-4AE8-92A2-04014254AE3C}">
      <dgm:prSet/>
      <dgm:spPr/>
      <dgm:t>
        <a:bodyPr/>
        <a:lstStyle/>
        <a:p>
          <a:endParaRPr lang="en-US" sz="1000"/>
        </a:p>
      </dgm:t>
    </dgm:pt>
    <dgm:pt modelId="{8941420E-4F35-464A-866A-34FAD4243958}">
      <dgm:prSet phldrT="[Text]" phldr="0" custT="1"/>
      <dgm:spPr/>
      <dgm:t>
        <a:bodyPr vert="vert270"/>
        <a:lstStyle/>
        <a:p>
          <a:r>
            <a:rPr lang="en-US" sz="1000" b="1">
              <a:latin typeface="Kanit Light"/>
            </a:rPr>
            <a:t>Cross Dock Inbound </a:t>
          </a:r>
          <a:r>
            <a:rPr lang="en-US" sz="800" b="1">
              <a:latin typeface="Kanit Light"/>
            </a:rPr>
            <a:t>Order</a:t>
          </a:r>
          <a:r>
            <a:rPr lang="en-US" sz="1000" b="1">
              <a:latin typeface="Kanit Light"/>
            </a:rPr>
            <a:t> (CIO)</a:t>
          </a:r>
        </a:p>
      </dgm:t>
    </dgm:pt>
    <dgm:pt modelId="{EFEC4808-69C1-4628-8C26-76E7FE5F312E}" type="parTrans" cxnId="{19FEDB08-BE16-4277-B534-356A73E76275}">
      <dgm:prSet/>
      <dgm:spPr/>
      <dgm:t>
        <a:bodyPr/>
        <a:lstStyle/>
        <a:p>
          <a:endParaRPr lang="en-US" sz="1000"/>
        </a:p>
      </dgm:t>
    </dgm:pt>
    <dgm:pt modelId="{5C569AF5-02D4-4F75-82FA-52F0DFA84B9A}" type="sibTrans" cxnId="{19FEDB08-BE16-4277-B534-356A73E76275}">
      <dgm:prSet/>
      <dgm:spPr/>
      <dgm:t>
        <a:bodyPr/>
        <a:lstStyle/>
        <a:p>
          <a:endParaRPr lang="en-US" sz="1000"/>
        </a:p>
      </dgm:t>
    </dgm:pt>
    <dgm:pt modelId="{BB0FE7AE-4A5A-CB44-825C-0807BC9F658C}">
      <dgm:prSet custT="1"/>
      <dgm:spPr/>
      <dgm:t>
        <a:bodyPr spcFirstLastPara="0" vert="vert270" wrap="square" lIns="25400" tIns="25400" rIns="25400" bIns="2540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ea typeface="+mn-ea"/>
              <a:cs typeface="ThaiBev Sans New"/>
            </a:rPr>
            <a:t>Cross Dock Outbound Order (COO)</a:t>
          </a:r>
          <a:endParaRPr lang="th-TH" sz="800" b="1" kern="1200">
            <a:ea typeface="+mn-ea"/>
            <a:cs typeface="ThaiBev Sans New"/>
          </a:endParaRPr>
        </a:p>
      </dgm:t>
    </dgm:pt>
    <dgm:pt modelId="{41C52E20-ACC9-D64A-8B70-943F66B3EAE3}" type="parTrans" cxnId="{CA9C0EE2-D21E-D04F-AE36-121F17F872D8}">
      <dgm:prSet/>
      <dgm:spPr/>
      <dgm:t>
        <a:bodyPr/>
        <a:lstStyle/>
        <a:p>
          <a:endParaRPr lang="th-TH" sz="1000"/>
        </a:p>
      </dgm:t>
    </dgm:pt>
    <dgm:pt modelId="{CAC05FA2-4FBD-0C4B-B0CA-6B88B98180DA}" type="sibTrans" cxnId="{CA9C0EE2-D21E-D04F-AE36-121F17F872D8}">
      <dgm:prSet/>
      <dgm:spPr/>
      <dgm:t>
        <a:bodyPr/>
        <a:lstStyle/>
        <a:p>
          <a:endParaRPr lang="th-TH" sz="1000"/>
        </a:p>
      </dgm:t>
    </dgm:pt>
    <dgm:pt modelId="{3FCEDFF0-A506-4352-8A44-AE60329310FC}" type="pres">
      <dgm:prSet presAssocID="{E5C55B2A-C315-44A7-A158-475E8E0F59A9}" presName="Name0" presStyleCnt="0">
        <dgm:presLayoutVars>
          <dgm:resizeHandles/>
        </dgm:presLayoutVars>
      </dgm:prSet>
      <dgm:spPr/>
    </dgm:pt>
    <dgm:pt modelId="{8355E1DC-92FE-43BF-9E9C-4EC19DDB810E}" type="pres">
      <dgm:prSet presAssocID="{A507A9E2-8CEC-4111-9B69-E7B2D38A40CF}" presName="text" presStyleLbl="node1" presStyleIdx="0" presStyleCnt="3" custScaleY="91831">
        <dgm:presLayoutVars>
          <dgm:bulletEnabled val="1"/>
        </dgm:presLayoutVars>
      </dgm:prSet>
      <dgm:spPr/>
    </dgm:pt>
    <dgm:pt modelId="{99A306D5-12F4-4843-9A3D-3BAFC76E304C}" type="pres">
      <dgm:prSet presAssocID="{A8317ED6-8151-4788-A3B0-9B0FBF056742}" presName="space" presStyleCnt="0"/>
      <dgm:spPr/>
    </dgm:pt>
    <dgm:pt modelId="{4BFFF31D-2151-41AC-8335-7ED8328F45E7}" type="pres">
      <dgm:prSet presAssocID="{8941420E-4F35-464A-866A-34FAD4243958}" presName="text" presStyleLbl="node1" presStyleIdx="1" presStyleCnt="3" custScaleY="71044" custLinFactNeighborX="364" custLinFactNeighborY="57616">
        <dgm:presLayoutVars>
          <dgm:bulletEnabled val="1"/>
        </dgm:presLayoutVars>
      </dgm:prSet>
      <dgm:spPr/>
    </dgm:pt>
    <dgm:pt modelId="{29C121BE-99BA-754F-9596-E6336C639F55}" type="pres">
      <dgm:prSet presAssocID="{5C569AF5-02D4-4F75-82FA-52F0DFA84B9A}" presName="space" presStyleCnt="0"/>
      <dgm:spPr/>
    </dgm:pt>
    <dgm:pt modelId="{79928061-A384-7D47-8E1E-BA94EA4BDD20}" type="pres">
      <dgm:prSet presAssocID="{BB0FE7AE-4A5A-CB44-825C-0807BC9F658C}" presName="text" presStyleLbl="node1" presStyleIdx="2" presStyleCnt="3" custScaleY="59864" custLinFactY="40240" custLinFactNeighborX="-5290" custLinFactNeighborY="100000">
        <dgm:presLayoutVars>
          <dgm:bulletEnabled val="1"/>
        </dgm:presLayoutVars>
      </dgm:prSet>
      <dgm:spPr>
        <a:xfrm>
          <a:off x="0" y="2654132"/>
          <a:ext cx="403465" cy="1262961"/>
        </a:xfrm>
        <a:prstGeom prst="rect">
          <a:avLst/>
        </a:prstGeom>
      </dgm:spPr>
    </dgm:pt>
  </dgm:ptLst>
  <dgm:cxnLst>
    <dgm:cxn modelId="{19FEDB08-BE16-4277-B534-356A73E76275}" srcId="{E5C55B2A-C315-44A7-A158-475E8E0F59A9}" destId="{8941420E-4F35-464A-866A-34FAD4243958}" srcOrd="1" destOrd="0" parTransId="{EFEC4808-69C1-4628-8C26-76E7FE5F312E}" sibTransId="{5C569AF5-02D4-4F75-82FA-52F0DFA84B9A}"/>
    <dgm:cxn modelId="{E61DD59C-DBC8-0B44-821D-BCEFD43B0FFA}" type="presOf" srcId="{8941420E-4F35-464A-866A-34FAD4243958}" destId="{4BFFF31D-2151-41AC-8335-7ED8328F45E7}" srcOrd="0" destOrd="0" presId="urn:diagrams.loki3.com/VaryingWidthList"/>
    <dgm:cxn modelId="{5F0959B0-7247-6043-A13E-62C0FB671A40}" type="presOf" srcId="{A507A9E2-8CEC-4111-9B69-E7B2D38A40CF}" destId="{8355E1DC-92FE-43BF-9E9C-4EC19DDB810E}" srcOrd="0" destOrd="0" presId="urn:diagrams.loki3.com/VaryingWidthList"/>
    <dgm:cxn modelId="{3AA79CB1-DAE9-49DD-9DB9-48944467FA89}" type="presOf" srcId="{E5C55B2A-C315-44A7-A158-475E8E0F59A9}" destId="{3FCEDFF0-A506-4352-8A44-AE60329310FC}" srcOrd="0" destOrd="0" presId="urn:diagrams.loki3.com/VaryingWidthList"/>
    <dgm:cxn modelId="{007B18B4-C604-924A-A3A5-996C1641DC21}" type="presOf" srcId="{BB0FE7AE-4A5A-CB44-825C-0807BC9F658C}" destId="{79928061-A384-7D47-8E1E-BA94EA4BDD20}" srcOrd="0" destOrd="0" presId="urn:diagrams.loki3.com/VaryingWidthList"/>
    <dgm:cxn modelId="{23A7F4CC-839D-4AE8-92A2-04014254AE3C}" srcId="{E5C55B2A-C315-44A7-A158-475E8E0F59A9}" destId="{A507A9E2-8CEC-4111-9B69-E7B2D38A40CF}" srcOrd="0" destOrd="0" parTransId="{662428A5-5E55-47F5-B0DD-B55C23DB7F87}" sibTransId="{A8317ED6-8151-4788-A3B0-9B0FBF056742}"/>
    <dgm:cxn modelId="{CA9C0EE2-D21E-D04F-AE36-121F17F872D8}" srcId="{E5C55B2A-C315-44A7-A158-475E8E0F59A9}" destId="{BB0FE7AE-4A5A-CB44-825C-0807BC9F658C}" srcOrd="2" destOrd="0" parTransId="{41C52E20-ACC9-D64A-8B70-943F66B3EAE3}" sibTransId="{CAC05FA2-4FBD-0C4B-B0CA-6B88B98180DA}"/>
    <dgm:cxn modelId="{748CE3B0-700F-9042-9EA4-DB05BD30FC46}" type="presParOf" srcId="{3FCEDFF0-A506-4352-8A44-AE60329310FC}" destId="{8355E1DC-92FE-43BF-9E9C-4EC19DDB810E}" srcOrd="0" destOrd="0" presId="urn:diagrams.loki3.com/VaryingWidthList"/>
    <dgm:cxn modelId="{8078DC50-EB8A-BD47-9DA6-2844D9A357FA}" type="presParOf" srcId="{3FCEDFF0-A506-4352-8A44-AE60329310FC}" destId="{99A306D5-12F4-4843-9A3D-3BAFC76E304C}" srcOrd="1" destOrd="0" presId="urn:diagrams.loki3.com/VaryingWidthList"/>
    <dgm:cxn modelId="{D26307C6-34DE-1D44-A6D1-E0640D723E67}" type="presParOf" srcId="{3FCEDFF0-A506-4352-8A44-AE60329310FC}" destId="{4BFFF31D-2151-41AC-8335-7ED8328F45E7}" srcOrd="2" destOrd="0" presId="urn:diagrams.loki3.com/VaryingWidthList"/>
    <dgm:cxn modelId="{ACAB5F18-8776-E647-88E3-32838B9B4D68}" type="presParOf" srcId="{3FCEDFF0-A506-4352-8A44-AE60329310FC}" destId="{29C121BE-99BA-754F-9596-E6336C639F55}" srcOrd="3" destOrd="0" presId="urn:diagrams.loki3.com/VaryingWidthList"/>
    <dgm:cxn modelId="{E8C47B07-74FC-9844-917F-4560507EB0C9}" type="presParOf" srcId="{3FCEDFF0-A506-4352-8A44-AE60329310FC}" destId="{79928061-A384-7D47-8E1E-BA94EA4BDD20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020734-BE48-477A-9FC8-4B0CF99ACF72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B68473C-38FD-4B1A-B413-D5CDC31A7D00}">
      <dgm:prSet phldrT="[Text]" custT="1"/>
      <dgm:spPr/>
      <dgm:t>
        <a:bodyPr/>
        <a:lstStyle/>
        <a:p>
          <a:r>
            <a:rPr lang="en-US" sz="1400"/>
            <a:t>Select &gt; </a:t>
          </a:r>
          <a:r>
            <a:rPr lang="en-US" sz="1400" b="1">
              <a:solidFill>
                <a:schemeClr val="bg1"/>
              </a:solidFill>
            </a:rPr>
            <a:t>Packing</a:t>
          </a:r>
          <a:endParaRPr lang="en-US" sz="1400">
            <a:solidFill>
              <a:schemeClr val="bg1"/>
            </a:solidFill>
          </a:endParaRPr>
        </a:p>
      </dgm:t>
    </dgm:pt>
    <dgm:pt modelId="{206E03DF-4C60-4D3E-BFE3-7E91567026A1}" type="parTrans" cxnId="{4669B764-1A10-4812-B8F0-034B141BB219}">
      <dgm:prSet/>
      <dgm:spPr/>
      <dgm:t>
        <a:bodyPr/>
        <a:lstStyle/>
        <a:p>
          <a:endParaRPr lang="en-US" sz="1200"/>
        </a:p>
      </dgm:t>
    </dgm:pt>
    <dgm:pt modelId="{171C9D1B-DFE2-4CE9-A174-205251765270}" type="sibTrans" cxnId="{4669B764-1A10-4812-B8F0-034B141BB219}">
      <dgm:prSet/>
      <dgm:spPr/>
      <dgm:t>
        <a:bodyPr/>
        <a:lstStyle/>
        <a:p>
          <a:endParaRPr lang="en-US" sz="1200"/>
        </a:p>
      </dgm:t>
    </dgm:pt>
    <dgm:pt modelId="{A79C05B4-367A-4D5E-8B50-17EA17B15F34}">
      <dgm:prSet phldrT="[Text]" custT="1"/>
      <dgm:spPr/>
      <dgm:t>
        <a:bodyPr/>
        <a:lstStyle/>
        <a:p>
          <a:r>
            <a:rPr lang="en-US" sz="1400"/>
            <a:t>Select &gt; </a:t>
          </a:r>
          <a:r>
            <a:rPr lang="en-US" sz="1400" b="1"/>
            <a:t>COO ID</a:t>
          </a:r>
          <a:endParaRPr lang="en-US" sz="1400"/>
        </a:p>
      </dgm:t>
    </dgm:pt>
    <dgm:pt modelId="{D0A85228-24BA-463F-A05C-B6AE388BE22D}" type="parTrans" cxnId="{C2EB21DC-61E7-4949-A136-2A3920B65C19}">
      <dgm:prSet/>
      <dgm:spPr/>
      <dgm:t>
        <a:bodyPr/>
        <a:lstStyle/>
        <a:p>
          <a:endParaRPr lang="en-US" sz="1200"/>
        </a:p>
      </dgm:t>
    </dgm:pt>
    <dgm:pt modelId="{257A4FB1-45DA-4650-8978-FCD8E400517F}" type="sibTrans" cxnId="{C2EB21DC-61E7-4949-A136-2A3920B65C19}">
      <dgm:prSet/>
      <dgm:spPr/>
      <dgm:t>
        <a:bodyPr/>
        <a:lstStyle/>
        <a:p>
          <a:endParaRPr lang="en-US" sz="1200"/>
        </a:p>
      </dgm:t>
    </dgm:pt>
    <dgm:pt modelId="{F1DC5A1D-6382-489C-976E-EE5149DA5ECE}">
      <dgm:prSet phldrT="[Text]" custT="1"/>
      <dgm:spPr/>
      <dgm:t>
        <a:bodyPr/>
        <a:lstStyle/>
        <a:p>
          <a:r>
            <a:rPr lang="en-US" sz="1400"/>
            <a:t>Select &gt; </a:t>
          </a:r>
          <a:r>
            <a:rPr lang="en-US" sz="1400" b="1"/>
            <a:t>Item </a:t>
          </a:r>
          <a:endParaRPr lang="en-US" sz="1400"/>
        </a:p>
      </dgm:t>
    </dgm:pt>
    <dgm:pt modelId="{43714B4D-7A2D-44EC-90D8-8707D1A7D82E}" type="parTrans" cxnId="{7852D11E-A349-4638-8E91-E0FDCC328F55}">
      <dgm:prSet/>
      <dgm:spPr/>
      <dgm:t>
        <a:bodyPr/>
        <a:lstStyle/>
        <a:p>
          <a:endParaRPr lang="en-US" sz="1200"/>
        </a:p>
      </dgm:t>
    </dgm:pt>
    <dgm:pt modelId="{C222C76D-6169-4CF0-9703-8A1CC4086B15}" type="sibTrans" cxnId="{7852D11E-A349-4638-8E91-E0FDCC328F55}">
      <dgm:prSet/>
      <dgm:spPr/>
      <dgm:t>
        <a:bodyPr/>
        <a:lstStyle/>
        <a:p>
          <a:endParaRPr lang="en-US" sz="1200"/>
        </a:p>
      </dgm:t>
    </dgm:pt>
    <dgm:pt modelId="{6FC3838F-78CF-4703-B4A2-B8A45DB8DA11}">
      <dgm:prSet phldrT="[Text]" custT="1"/>
      <dgm:spPr/>
      <dgm:t>
        <a:bodyPr/>
        <a:lstStyle/>
        <a:p>
          <a:r>
            <a:rPr lang="en-US" sz="1400"/>
            <a:t>Click &gt; </a:t>
          </a:r>
          <a:r>
            <a:rPr lang="en-US" sz="1400" b="1"/>
            <a:t>Gen Container</a:t>
          </a:r>
        </a:p>
      </dgm:t>
    </dgm:pt>
    <dgm:pt modelId="{B74564E6-A2CE-4CDA-B9B1-301A7581F8FF}" type="parTrans" cxnId="{36CA3662-E9ED-4F73-90CC-AD7D71832E84}">
      <dgm:prSet/>
      <dgm:spPr/>
      <dgm:t>
        <a:bodyPr/>
        <a:lstStyle/>
        <a:p>
          <a:endParaRPr lang="en-US" sz="1200"/>
        </a:p>
      </dgm:t>
    </dgm:pt>
    <dgm:pt modelId="{97B60AD8-C85A-4645-8C0E-3A840D180A72}" type="sibTrans" cxnId="{36CA3662-E9ED-4F73-90CC-AD7D71832E84}">
      <dgm:prSet/>
      <dgm:spPr/>
      <dgm:t>
        <a:bodyPr/>
        <a:lstStyle/>
        <a:p>
          <a:endParaRPr lang="en-US" sz="1200"/>
        </a:p>
      </dgm:t>
    </dgm:pt>
    <dgm:pt modelId="{03273494-758B-4AF1-9D4C-E021838A9B03}" type="pres">
      <dgm:prSet presAssocID="{EA020734-BE48-477A-9FC8-4B0CF99ACF72}" presName="Name0" presStyleCnt="0">
        <dgm:presLayoutVars>
          <dgm:dir/>
          <dgm:animLvl val="lvl"/>
          <dgm:resizeHandles val="exact"/>
        </dgm:presLayoutVars>
      </dgm:prSet>
      <dgm:spPr/>
    </dgm:pt>
    <dgm:pt modelId="{CEE69514-A473-4E1F-8BCC-FDA9EADAFA23}" type="pres">
      <dgm:prSet presAssocID="{AB68473C-38FD-4B1A-B413-D5CDC31A7D00}" presName="parTxOnly" presStyleLbl="node1" presStyleIdx="0" presStyleCnt="4" custScaleX="79304">
        <dgm:presLayoutVars>
          <dgm:chMax val="0"/>
          <dgm:chPref val="0"/>
          <dgm:bulletEnabled val="1"/>
        </dgm:presLayoutVars>
      </dgm:prSet>
      <dgm:spPr/>
    </dgm:pt>
    <dgm:pt modelId="{95B64482-2BF7-470B-9D06-3C2722CDD8D3}" type="pres">
      <dgm:prSet presAssocID="{171C9D1B-DFE2-4CE9-A174-205251765270}" presName="parTxOnlySpace" presStyleCnt="0"/>
      <dgm:spPr/>
    </dgm:pt>
    <dgm:pt modelId="{311E7908-6E8F-47B9-AA41-C5827778C2B5}" type="pres">
      <dgm:prSet presAssocID="{A79C05B4-367A-4D5E-8B50-17EA17B15F34}" presName="parTxOnly" presStyleLbl="node1" presStyleIdx="1" presStyleCnt="4" custScaleX="70290">
        <dgm:presLayoutVars>
          <dgm:chMax val="0"/>
          <dgm:chPref val="0"/>
          <dgm:bulletEnabled val="1"/>
        </dgm:presLayoutVars>
      </dgm:prSet>
      <dgm:spPr/>
    </dgm:pt>
    <dgm:pt modelId="{A6801E54-BE02-423F-B8AA-00C50B3D2868}" type="pres">
      <dgm:prSet presAssocID="{257A4FB1-45DA-4650-8978-FCD8E400517F}" presName="parTxOnlySpace" presStyleCnt="0"/>
      <dgm:spPr/>
    </dgm:pt>
    <dgm:pt modelId="{9DD29B43-3D28-4103-86F8-EDB888399794}" type="pres">
      <dgm:prSet presAssocID="{F1DC5A1D-6382-489C-976E-EE5149DA5ECE}" presName="parTxOnly" presStyleLbl="node1" presStyleIdx="2" presStyleCnt="4" custScaleX="85993" custLinFactNeighborX="6648" custLinFactNeighborY="-77427">
        <dgm:presLayoutVars>
          <dgm:chMax val="0"/>
          <dgm:chPref val="0"/>
          <dgm:bulletEnabled val="1"/>
        </dgm:presLayoutVars>
      </dgm:prSet>
      <dgm:spPr/>
    </dgm:pt>
    <dgm:pt modelId="{339189CB-7C77-49EE-8606-DA19BAA5BE89}" type="pres">
      <dgm:prSet presAssocID="{C222C76D-6169-4CF0-9703-8A1CC4086B15}" presName="parTxOnlySpace" presStyleCnt="0"/>
      <dgm:spPr/>
    </dgm:pt>
    <dgm:pt modelId="{E2E188DD-FBB6-407D-83E5-344B0DE216CE}" type="pres">
      <dgm:prSet presAssocID="{6FC3838F-78CF-4703-B4A2-B8A45DB8DA11}" presName="parTxOnly" presStyleLbl="node1" presStyleIdx="3" presStyleCnt="4" custScaleX="72076" custLinFactNeighborX="6648" custLinFactNeighborY="-77427">
        <dgm:presLayoutVars>
          <dgm:chMax val="0"/>
          <dgm:chPref val="0"/>
          <dgm:bulletEnabled val="1"/>
        </dgm:presLayoutVars>
      </dgm:prSet>
      <dgm:spPr/>
    </dgm:pt>
  </dgm:ptLst>
  <dgm:cxnLst>
    <dgm:cxn modelId="{54C93E0C-2C28-445F-B81D-D93B868D9880}" type="presOf" srcId="{6FC3838F-78CF-4703-B4A2-B8A45DB8DA11}" destId="{E2E188DD-FBB6-407D-83E5-344B0DE216CE}" srcOrd="0" destOrd="0" presId="urn:microsoft.com/office/officeart/2005/8/layout/chevron1"/>
    <dgm:cxn modelId="{7852D11E-A349-4638-8E91-E0FDCC328F55}" srcId="{EA020734-BE48-477A-9FC8-4B0CF99ACF72}" destId="{F1DC5A1D-6382-489C-976E-EE5149DA5ECE}" srcOrd="2" destOrd="0" parTransId="{43714B4D-7A2D-44EC-90D8-8707D1A7D82E}" sibTransId="{C222C76D-6169-4CF0-9703-8A1CC4086B15}"/>
    <dgm:cxn modelId="{36CA3662-E9ED-4F73-90CC-AD7D71832E84}" srcId="{EA020734-BE48-477A-9FC8-4B0CF99ACF72}" destId="{6FC3838F-78CF-4703-B4A2-B8A45DB8DA11}" srcOrd="3" destOrd="0" parTransId="{B74564E6-A2CE-4CDA-B9B1-301A7581F8FF}" sibTransId="{97B60AD8-C85A-4645-8C0E-3A840D180A72}"/>
    <dgm:cxn modelId="{4669B764-1A10-4812-B8F0-034B141BB219}" srcId="{EA020734-BE48-477A-9FC8-4B0CF99ACF72}" destId="{AB68473C-38FD-4B1A-B413-D5CDC31A7D00}" srcOrd="0" destOrd="0" parTransId="{206E03DF-4C60-4D3E-BFE3-7E91567026A1}" sibTransId="{171C9D1B-DFE2-4CE9-A174-205251765270}"/>
    <dgm:cxn modelId="{9CD89D4F-174B-409A-9296-D8DF458CD657}" type="presOf" srcId="{F1DC5A1D-6382-489C-976E-EE5149DA5ECE}" destId="{9DD29B43-3D28-4103-86F8-EDB888399794}" srcOrd="0" destOrd="0" presId="urn:microsoft.com/office/officeart/2005/8/layout/chevron1"/>
    <dgm:cxn modelId="{99AA739C-BABB-4844-B2D0-B1EF7F86178B}" type="presOf" srcId="{EA020734-BE48-477A-9FC8-4B0CF99ACF72}" destId="{03273494-758B-4AF1-9D4C-E021838A9B03}" srcOrd="0" destOrd="0" presId="urn:microsoft.com/office/officeart/2005/8/layout/chevron1"/>
    <dgm:cxn modelId="{8E70FCD4-0D4B-4B2F-99B8-C83CA5DAF231}" type="presOf" srcId="{AB68473C-38FD-4B1A-B413-D5CDC31A7D00}" destId="{CEE69514-A473-4E1F-8BCC-FDA9EADAFA23}" srcOrd="0" destOrd="0" presId="urn:microsoft.com/office/officeart/2005/8/layout/chevron1"/>
    <dgm:cxn modelId="{C2EB21DC-61E7-4949-A136-2A3920B65C19}" srcId="{EA020734-BE48-477A-9FC8-4B0CF99ACF72}" destId="{A79C05B4-367A-4D5E-8B50-17EA17B15F34}" srcOrd="1" destOrd="0" parTransId="{D0A85228-24BA-463F-A05C-B6AE388BE22D}" sibTransId="{257A4FB1-45DA-4650-8978-FCD8E400517F}"/>
    <dgm:cxn modelId="{519FA7FB-00DF-4822-AAB2-EF2A6F09F5A3}" type="presOf" srcId="{A79C05B4-367A-4D5E-8B50-17EA17B15F34}" destId="{311E7908-6E8F-47B9-AA41-C5827778C2B5}" srcOrd="0" destOrd="0" presId="urn:microsoft.com/office/officeart/2005/8/layout/chevron1"/>
    <dgm:cxn modelId="{0B9F9943-8729-4662-BBE9-C0DC0C20172F}" type="presParOf" srcId="{03273494-758B-4AF1-9D4C-E021838A9B03}" destId="{CEE69514-A473-4E1F-8BCC-FDA9EADAFA23}" srcOrd="0" destOrd="0" presId="urn:microsoft.com/office/officeart/2005/8/layout/chevron1"/>
    <dgm:cxn modelId="{D08ECFC7-B09A-4489-BC89-F8B1B910E87E}" type="presParOf" srcId="{03273494-758B-4AF1-9D4C-E021838A9B03}" destId="{95B64482-2BF7-470B-9D06-3C2722CDD8D3}" srcOrd="1" destOrd="0" presId="urn:microsoft.com/office/officeart/2005/8/layout/chevron1"/>
    <dgm:cxn modelId="{DC94A631-736F-4E8B-97D1-F4B4A224F7D5}" type="presParOf" srcId="{03273494-758B-4AF1-9D4C-E021838A9B03}" destId="{311E7908-6E8F-47B9-AA41-C5827778C2B5}" srcOrd="2" destOrd="0" presId="urn:microsoft.com/office/officeart/2005/8/layout/chevron1"/>
    <dgm:cxn modelId="{725345CF-D07B-46F9-9A86-43A3789DFC90}" type="presParOf" srcId="{03273494-758B-4AF1-9D4C-E021838A9B03}" destId="{A6801E54-BE02-423F-B8AA-00C50B3D2868}" srcOrd="3" destOrd="0" presId="urn:microsoft.com/office/officeart/2005/8/layout/chevron1"/>
    <dgm:cxn modelId="{8736FED4-B252-4FA2-A092-77F5B8BA8D07}" type="presParOf" srcId="{03273494-758B-4AF1-9D4C-E021838A9B03}" destId="{9DD29B43-3D28-4103-86F8-EDB888399794}" srcOrd="4" destOrd="0" presId="urn:microsoft.com/office/officeart/2005/8/layout/chevron1"/>
    <dgm:cxn modelId="{404031CD-B825-475F-B3EB-527448DD6D3B}" type="presParOf" srcId="{03273494-758B-4AF1-9D4C-E021838A9B03}" destId="{339189CB-7C77-49EE-8606-DA19BAA5BE89}" srcOrd="5" destOrd="0" presId="urn:microsoft.com/office/officeart/2005/8/layout/chevron1"/>
    <dgm:cxn modelId="{24B9642F-67AE-4523-95B8-D16A1A26B16C}" type="presParOf" srcId="{03273494-758B-4AF1-9D4C-E021838A9B03}" destId="{E2E188DD-FBB6-407D-83E5-344B0DE216CE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020734-BE48-477A-9FC8-4B0CF99ACF72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B68473C-38FD-4B1A-B413-D5CDC31A7D00}">
      <dgm:prSet phldrT="[Text]" custT="1"/>
      <dgm:spPr/>
      <dgm:t>
        <a:bodyPr/>
        <a:lstStyle/>
        <a:p>
          <a:r>
            <a:rPr lang="en-US" sz="1400"/>
            <a:t>Select &gt; Another I</a:t>
          </a:r>
          <a:r>
            <a:rPr lang="en-US" sz="1400" b="1"/>
            <a:t>tem</a:t>
          </a:r>
          <a:endParaRPr lang="en-US" sz="1400" b="1">
            <a:solidFill>
              <a:schemeClr val="bg1"/>
            </a:solidFill>
          </a:endParaRPr>
        </a:p>
      </dgm:t>
    </dgm:pt>
    <dgm:pt modelId="{206E03DF-4C60-4D3E-BFE3-7E91567026A1}" type="parTrans" cxnId="{4669B764-1A10-4812-B8F0-034B141BB219}">
      <dgm:prSet/>
      <dgm:spPr/>
      <dgm:t>
        <a:bodyPr/>
        <a:lstStyle/>
        <a:p>
          <a:endParaRPr lang="en-US" sz="1200"/>
        </a:p>
      </dgm:t>
    </dgm:pt>
    <dgm:pt modelId="{171C9D1B-DFE2-4CE9-A174-205251765270}" type="sibTrans" cxnId="{4669B764-1A10-4812-B8F0-034B141BB219}">
      <dgm:prSet/>
      <dgm:spPr/>
      <dgm:t>
        <a:bodyPr/>
        <a:lstStyle/>
        <a:p>
          <a:endParaRPr lang="en-US" sz="1200"/>
        </a:p>
      </dgm:t>
    </dgm:pt>
    <dgm:pt modelId="{A79C05B4-367A-4D5E-8B50-17EA17B15F34}">
      <dgm:prSet phldrT="[Text]" custT="1"/>
      <dgm:spPr/>
      <dgm:t>
        <a:bodyPr/>
        <a:lstStyle/>
        <a:p>
          <a:r>
            <a:rPr lang="en-US" sz="1400"/>
            <a:t>Select &gt; </a:t>
          </a:r>
          <a:r>
            <a:rPr lang="en-US" sz="1400" b="1"/>
            <a:t>Gen Container</a:t>
          </a:r>
          <a:endParaRPr lang="en-US" sz="1400"/>
        </a:p>
      </dgm:t>
    </dgm:pt>
    <dgm:pt modelId="{D0A85228-24BA-463F-A05C-B6AE388BE22D}" type="parTrans" cxnId="{C2EB21DC-61E7-4949-A136-2A3920B65C19}">
      <dgm:prSet/>
      <dgm:spPr/>
      <dgm:t>
        <a:bodyPr/>
        <a:lstStyle/>
        <a:p>
          <a:endParaRPr lang="en-US" sz="1200"/>
        </a:p>
      </dgm:t>
    </dgm:pt>
    <dgm:pt modelId="{257A4FB1-45DA-4650-8978-FCD8E400517F}" type="sibTrans" cxnId="{C2EB21DC-61E7-4949-A136-2A3920B65C19}">
      <dgm:prSet/>
      <dgm:spPr/>
      <dgm:t>
        <a:bodyPr/>
        <a:lstStyle/>
        <a:p>
          <a:endParaRPr lang="en-US" sz="1200"/>
        </a:p>
      </dgm:t>
    </dgm:pt>
    <dgm:pt modelId="{F1DC5A1D-6382-489C-976E-EE5149DA5ECE}">
      <dgm:prSet phldrT="[Text]" custT="1"/>
      <dgm:spPr/>
      <dgm:t>
        <a:bodyPr/>
        <a:lstStyle/>
        <a:p>
          <a:r>
            <a:rPr lang="en-US" sz="1400"/>
            <a:t>Click &gt; </a:t>
          </a:r>
          <a:r>
            <a:rPr lang="en-US" sz="1400" b="1"/>
            <a:t>Confirm </a:t>
          </a:r>
          <a:endParaRPr lang="en-US" sz="1400"/>
        </a:p>
      </dgm:t>
    </dgm:pt>
    <dgm:pt modelId="{43714B4D-7A2D-44EC-90D8-8707D1A7D82E}" type="parTrans" cxnId="{7852D11E-A349-4638-8E91-E0FDCC328F55}">
      <dgm:prSet/>
      <dgm:spPr/>
      <dgm:t>
        <a:bodyPr/>
        <a:lstStyle/>
        <a:p>
          <a:endParaRPr lang="en-US" sz="1200"/>
        </a:p>
      </dgm:t>
    </dgm:pt>
    <dgm:pt modelId="{C222C76D-6169-4CF0-9703-8A1CC4086B15}" type="sibTrans" cxnId="{7852D11E-A349-4638-8E91-E0FDCC328F55}">
      <dgm:prSet/>
      <dgm:spPr/>
      <dgm:t>
        <a:bodyPr/>
        <a:lstStyle/>
        <a:p>
          <a:endParaRPr lang="en-US" sz="1200"/>
        </a:p>
      </dgm:t>
    </dgm:pt>
    <dgm:pt modelId="{6FC3838F-78CF-4703-B4A2-B8A45DB8DA11}">
      <dgm:prSet phldrT="[Text]" custT="1"/>
      <dgm:spPr/>
      <dgm:t>
        <a:bodyPr/>
        <a:lstStyle/>
        <a:p>
          <a:r>
            <a:rPr lang="en-US" sz="1400"/>
            <a:t>Status = </a:t>
          </a:r>
          <a:r>
            <a:rPr lang="en-US" sz="1400" b="1"/>
            <a:t>Loading</a:t>
          </a:r>
        </a:p>
      </dgm:t>
    </dgm:pt>
    <dgm:pt modelId="{B74564E6-A2CE-4CDA-B9B1-301A7581F8FF}" type="parTrans" cxnId="{36CA3662-E9ED-4F73-90CC-AD7D71832E84}">
      <dgm:prSet/>
      <dgm:spPr/>
      <dgm:t>
        <a:bodyPr/>
        <a:lstStyle/>
        <a:p>
          <a:endParaRPr lang="en-US" sz="1200"/>
        </a:p>
      </dgm:t>
    </dgm:pt>
    <dgm:pt modelId="{97B60AD8-C85A-4645-8C0E-3A840D180A72}" type="sibTrans" cxnId="{36CA3662-E9ED-4F73-90CC-AD7D71832E84}">
      <dgm:prSet/>
      <dgm:spPr/>
      <dgm:t>
        <a:bodyPr/>
        <a:lstStyle/>
        <a:p>
          <a:endParaRPr lang="en-US" sz="1200"/>
        </a:p>
      </dgm:t>
    </dgm:pt>
    <dgm:pt modelId="{03273494-758B-4AF1-9D4C-E021838A9B03}" type="pres">
      <dgm:prSet presAssocID="{EA020734-BE48-477A-9FC8-4B0CF99ACF72}" presName="Name0" presStyleCnt="0">
        <dgm:presLayoutVars>
          <dgm:dir/>
          <dgm:animLvl val="lvl"/>
          <dgm:resizeHandles val="exact"/>
        </dgm:presLayoutVars>
      </dgm:prSet>
      <dgm:spPr/>
    </dgm:pt>
    <dgm:pt modelId="{CEE69514-A473-4E1F-8BCC-FDA9EADAFA23}" type="pres">
      <dgm:prSet presAssocID="{AB68473C-38FD-4B1A-B413-D5CDC31A7D00}" presName="parTxOnly" presStyleLbl="node1" presStyleIdx="0" presStyleCnt="4" custScaleX="79304">
        <dgm:presLayoutVars>
          <dgm:chMax val="0"/>
          <dgm:chPref val="0"/>
          <dgm:bulletEnabled val="1"/>
        </dgm:presLayoutVars>
      </dgm:prSet>
      <dgm:spPr/>
    </dgm:pt>
    <dgm:pt modelId="{95B64482-2BF7-470B-9D06-3C2722CDD8D3}" type="pres">
      <dgm:prSet presAssocID="{171C9D1B-DFE2-4CE9-A174-205251765270}" presName="parTxOnlySpace" presStyleCnt="0"/>
      <dgm:spPr/>
    </dgm:pt>
    <dgm:pt modelId="{311E7908-6E8F-47B9-AA41-C5827778C2B5}" type="pres">
      <dgm:prSet presAssocID="{A79C05B4-367A-4D5E-8B50-17EA17B15F34}" presName="parTxOnly" presStyleLbl="node1" presStyleIdx="1" presStyleCnt="4" custScaleX="70290">
        <dgm:presLayoutVars>
          <dgm:chMax val="0"/>
          <dgm:chPref val="0"/>
          <dgm:bulletEnabled val="1"/>
        </dgm:presLayoutVars>
      </dgm:prSet>
      <dgm:spPr/>
    </dgm:pt>
    <dgm:pt modelId="{A6801E54-BE02-423F-B8AA-00C50B3D2868}" type="pres">
      <dgm:prSet presAssocID="{257A4FB1-45DA-4650-8978-FCD8E400517F}" presName="parTxOnlySpace" presStyleCnt="0"/>
      <dgm:spPr/>
    </dgm:pt>
    <dgm:pt modelId="{9DD29B43-3D28-4103-86F8-EDB888399794}" type="pres">
      <dgm:prSet presAssocID="{F1DC5A1D-6382-489C-976E-EE5149DA5ECE}" presName="parTxOnly" presStyleLbl="node1" presStyleIdx="2" presStyleCnt="4" custScaleX="85993" custLinFactNeighborX="6648" custLinFactNeighborY="-77427">
        <dgm:presLayoutVars>
          <dgm:chMax val="0"/>
          <dgm:chPref val="0"/>
          <dgm:bulletEnabled val="1"/>
        </dgm:presLayoutVars>
      </dgm:prSet>
      <dgm:spPr/>
    </dgm:pt>
    <dgm:pt modelId="{339189CB-7C77-49EE-8606-DA19BAA5BE89}" type="pres">
      <dgm:prSet presAssocID="{C222C76D-6169-4CF0-9703-8A1CC4086B15}" presName="parTxOnlySpace" presStyleCnt="0"/>
      <dgm:spPr/>
    </dgm:pt>
    <dgm:pt modelId="{E2E188DD-FBB6-407D-83E5-344B0DE216CE}" type="pres">
      <dgm:prSet presAssocID="{6FC3838F-78CF-4703-B4A2-B8A45DB8DA11}" presName="parTxOnly" presStyleLbl="node1" presStyleIdx="3" presStyleCnt="4" custScaleX="72076" custLinFactNeighborX="6648" custLinFactNeighborY="-77427">
        <dgm:presLayoutVars>
          <dgm:chMax val="0"/>
          <dgm:chPref val="0"/>
          <dgm:bulletEnabled val="1"/>
        </dgm:presLayoutVars>
      </dgm:prSet>
      <dgm:spPr/>
    </dgm:pt>
  </dgm:ptLst>
  <dgm:cxnLst>
    <dgm:cxn modelId="{54C93E0C-2C28-445F-B81D-D93B868D9880}" type="presOf" srcId="{6FC3838F-78CF-4703-B4A2-B8A45DB8DA11}" destId="{E2E188DD-FBB6-407D-83E5-344B0DE216CE}" srcOrd="0" destOrd="0" presId="urn:microsoft.com/office/officeart/2005/8/layout/chevron1"/>
    <dgm:cxn modelId="{7852D11E-A349-4638-8E91-E0FDCC328F55}" srcId="{EA020734-BE48-477A-9FC8-4B0CF99ACF72}" destId="{F1DC5A1D-6382-489C-976E-EE5149DA5ECE}" srcOrd="2" destOrd="0" parTransId="{43714B4D-7A2D-44EC-90D8-8707D1A7D82E}" sibTransId="{C222C76D-6169-4CF0-9703-8A1CC4086B15}"/>
    <dgm:cxn modelId="{36CA3662-E9ED-4F73-90CC-AD7D71832E84}" srcId="{EA020734-BE48-477A-9FC8-4B0CF99ACF72}" destId="{6FC3838F-78CF-4703-B4A2-B8A45DB8DA11}" srcOrd="3" destOrd="0" parTransId="{B74564E6-A2CE-4CDA-B9B1-301A7581F8FF}" sibTransId="{97B60AD8-C85A-4645-8C0E-3A840D180A72}"/>
    <dgm:cxn modelId="{4669B764-1A10-4812-B8F0-034B141BB219}" srcId="{EA020734-BE48-477A-9FC8-4B0CF99ACF72}" destId="{AB68473C-38FD-4B1A-B413-D5CDC31A7D00}" srcOrd="0" destOrd="0" parTransId="{206E03DF-4C60-4D3E-BFE3-7E91567026A1}" sibTransId="{171C9D1B-DFE2-4CE9-A174-205251765270}"/>
    <dgm:cxn modelId="{9CD89D4F-174B-409A-9296-D8DF458CD657}" type="presOf" srcId="{F1DC5A1D-6382-489C-976E-EE5149DA5ECE}" destId="{9DD29B43-3D28-4103-86F8-EDB888399794}" srcOrd="0" destOrd="0" presId="urn:microsoft.com/office/officeart/2005/8/layout/chevron1"/>
    <dgm:cxn modelId="{99AA739C-BABB-4844-B2D0-B1EF7F86178B}" type="presOf" srcId="{EA020734-BE48-477A-9FC8-4B0CF99ACF72}" destId="{03273494-758B-4AF1-9D4C-E021838A9B03}" srcOrd="0" destOrd="0" presId="urn:microsoft.com/office/officeart/2005/8/layout/chevron1"/>
    <dgm:cxn modelId="{8E70FCD4-0D4B-4B2F-99B8-C83CA5DAF231}" type="presOf" srcId="{AB68473C-38FD-4B1A-B413-D5CDC31A7D00}" destId="{CEE69514-A473-4E1F-8BCC-FDA9EADAFA23}" srcOrd="0" destOrd="0" presId="urn:microsoft.com/office/officeart/2005/8/layout/chevron1"/>
    <dgm:cxn modelId="{C2EB21DC-61E7-4949-A136-2A3920B65C19}" srcId="{EA020734-BE48-477A-9FC8-4B0CF99ACF72}" destId="{A79C05B4-367A-4D5E-8B50-17EA17B15F34}" srcOrd="1" destOrd="0" parTransId="{D0A85228-24BA-463F-A05C-B6AE388BE22D}" sibTransId="{257A4FB1-45DA-4650-8978-FCD8E400517F}"/>
    <dgm:cxn modelId="{519FA7FB-00DF-4822-AAB2-EF2A6F09F5A3}" type="presOf" srcId="{A79C05B4-367A-4D5E-8B50-17EA17B15F34}" destId="{311E7908-6E8F-47B9-AA41-C5827778C2B5}" srcOrd="0" destOrd="0" presId="urn:microsoft.com/office/officeart/2005/8/layout/chevron1"/>
    <dgm:cxn modelId="{0B9F9943-8729-4662-BBE9-C0DC0C20172F}" type="presParOf" srcId="{03273494-758B-4AF1-9D4C-E021838A9B03}" destId="{CEE69514-A473-4E1F-8BCC-FDA9EADAFA23}" srcOrd="0" destOrd="0" presId="urn:microsoft.com/office/officeart/2005/8/layout/chevron1"/>
    <dgm:cxn modelId="{D08ECFC7-B09A-4489-BC89-F8B1B910E87E}" type="presParOf" srcId="{03273494-758B-4AF1-9D4C-E021838A9B03}" destId="{95B64482-2BF7-470B-9D06-3C2722CDD8D3}" srcOrd="1" destOrd="0" presId="urn:microsoft.com/office/officeart/2005/8/layout/chevron1"/>
    <dgm:cxn modelId="{DC94A631-736F-4E8B-97D1-F4B4A224F7D5}" type="presParOf" srcId="{03273494-758B-4AF1-9D4C-E021838A9B03}" destId="{311E7908-6E8F-47B9-AA41-C5827778C2B5}" srcOrd="2" destOrd="0" presId="urn:microsoft.com/office/officeart/2005/8/layout/chevron1"/>
    <dgm:cxn modelId="{725345CF-D07B-46F9-9A86-43A3789DFC90}" type="presParOf" srcId="{03273494-758B-4AF1-9D4C-E021838A9B03}" destId="{A6801E54-BE02-423F-B8AA-00C50B3D2868}" srcOrd="3" destOrd="0" presId="urn:microsoft.com/office/officeart/2005/8/layout/chevron1"/>
    <dgm:cxn modelId="{8736FED4-B252-4FA2-A092-77F5B8BA8D07}" type="presParOf" srcId="{03273494-758B-4AF1-9D4C-E021838A9B03}" destId="{9DD29B43-3D28-4103-86F8-EDB888399794}" srcOrd="4" destOrd="0" presId="urn:microsoft.com/office/officeart/2005/8/layout/chevron1"/>
    <dgm:cxn modelId="{404031CD-B825-475F-B3EB-527448DD6D3B}" type="presParOf" srcId="{03273494-758B-4AF1-9D4C-E021838A9B03}" destId="{339189CB-7C77-49EE-8606-DA19BAA5BE89}" srcOrd="5" destOrd="0" presId="urn:microsoft.com/office/officeart/2005/8/layout/chevron1"/>
    <dgm:cxn modelId="{24B9642F-67AE-4523-95B8-D16A1A26B16C}" type="presParOf" srcId="{03273494-758B-4AF1-9D4C-E021838A9B03}" destId="{E2E188DD-FBB6-407D-83E5-344B0DE216CE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01DCE5B-E41E-4381-A9D1-4EB6443D74BC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CD2970C-16CA-4E54-99FE-AB21C43B87E4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US" b="1"/>
            <a:t>Sale System</a:t>
          </a:r>
          <a:endParaRPr lang="en-US"/>
        </a:p>
      </dgm:t>
    </dgm:pt>
    <dgm:pt modelId="{F5ECB88C-AA8C-49C7-BBE9-B2B123A3E1F8}" type="parTrans" cxnId="{603F10ED-65A8-4CBB-A7E6-B2A41432C8DE}">
      <dgm:prSet/>
      <dgm:spPr/>
      <dgm:t>
        <a:bodyPr/>
        <a:lstStyle/>
        <a:p>
          <a:endParaRPr lang="en-US"/>
        </a:p>
      </dgm:t>
    </dgm:pt>
    <dgm:pt modelId="{D9CF5366-074C-4634-8789-B88AB7770889}" type="sibTrans" cxnId="{603F10ED-65A8-4CBB-A7E6-B2A41432C8DE}">
      <dgm:prSet/>
      <dgm:spPr/>
      <dgm:t>
        <a:bodyPr/>
        <a:lstStyle/>
        <a:p>
          <a:endParaRPr lang="en-US"/>
        </a:p>
      </dgm:t>
    </dgm:pt>
    <dgm:pt modelId="{95A29473-916B-4EB4-8344-E6C61B4803CC}">
      <dgm:prSet/>
      <dgm:spPr>
        <a:solidFill>
          <a:srgbClr val="800080"/>
        </a:solidFill>
      </dgm:spPr>
      <dgm:t>
        <a:bodyPr/>
        <a:lstStyle/>
        <a:p>
          <a:r>
            <a:rPr lang="en-US" b="1"/>
            <a:t>LOC System</a:t>
          </a:r>
          <a:endParaRPr lang="en-US"/>
        </a:p>
      </dgm:t>
    </dgm:pt>
    <dgm:pt modelId="{2160DF90-A13B-4DFD-ACC8-02E269F133E9}" type="parTrans" cxnId="{CD2CD682-114B-4662-A8ED-514E3DA2C89A}">
      <dgm:prSet/>
      <dgm:spPr/>
      <dgm:t>
        <a:bodyPr/>
        <a:lstStyle/>
        <a:p>
          <a:endParaRPr lang="en-US"/>
        </a:p>
      </dgm:t>
    </dgm:pt>
    <dgm:pt modelId="{56416F30-C156-4346-99A5-3A3519207B39}" type="sibTrans" cxnId="{CD2CD682-114B-4662-A8ED-514E3DA2C89A}">
      <dgm:prSet/>
      <dgm:spPr/>
      <dgm:t>
        <a:bodyPr/>
        <a:lstStyle/>
        <a:p>
          <a:endParaRPr lang="en-US"/>
        </a:p>
      </dgm:t>
    </dgm:pt>
    <dgm:pt modelId="{8F12749F-E85E-45E9-B191-F62E01957B02}">
      <dgm:prSet/>
      <dgm:spPr>
        <a:solidFill>
          <a:srgbClr val="0070C0"/>
        </a:solidFill>
      </dgm:spPr>
      <dgm:t>
        <a:bodyPr/>
        <a:lstStyle/>
        <a:p>
          <a:r>
            <a:rPr lang="en-US" b="1"/>
            <a:t>CERTU System</a:t>
          </a:r>
          <a:endParaRPr lang="en-US"/>
        </a:p>
      </dgm:t>
    </dgm:pt>
    <dgm:pt modelId="{55BC2DBF-AAD9-4F35-9302-B503D2368BCA}" type="parTrans" cxnId="{CEDC7644-81BD-4416-BBA3-CFAA0C94F9C6}">
      <dgm:prSet/>
      <dgm:spPr/>
      <dgm:t>
        <a:bodyPr/>
        <a:lstStyle/>
        <a:p>
          <a:endParaRPr lang="en-US"/>
        </a:p>
      </dgm:t>
    </dgm:pt>
    <dgm:pt modelId="{342F8E10-85BC-4563-837F-302BD8FE3DB0}" type="sibTrans" cxnId="{CEDC7644-81BD-4416-BBA3-CFAA0C94F9C6}">
      <dgm:prSet/>
      <dgm:spPr/>
      <dgm:t>
        <a:bodyPr/>
        <a:lstStyle/>
        <a:p>
          <a:endParaRPr lang="en-US"/>
        </a:p>
      </dgm:t>
    </dgm:pt>
    <dgm:pt modelId="{3BB378DC-CF03-4E68-B988-AA8F6EF9287E}">
      <dgm:prSet/>
      <dgm:spPr>
        <a:solidFill>
          <a:schemeClr val="accent2"/>
        </a:solidFill>
      </dgm:spPr>
      <dgm:t>
        <a:bodyPr/>
        <a:lstStyle/>
        <a:p>
          <a:r>
            <a:rPr lang="en-US" b="1"/>
            <a:t>TMS / Plus Transport</a:t>
          </a:r>
          <a:endParaRPr lang="en-US"/>
        </a:p>
      </dgm:t>
    </dgm:pt>
    <dgm:pt modelId="{3364B6CE-A665-4DD1-A46E-D69F022EE8A0}" type="parTrans" cxnId="{BCE22D40-3F24-45FA-9BCA-150221A75F6F}">
      <dgm:prSet/>
      <dgm:spPr/>
      <dgm:t>
        <a:bodyPr/>
        <a:lstStyle/>
        <a:p>
          <a:endParaRPr lang="en-US"/>
        </a:p>
      </dgm:t>
    </dgm:pt>
    <dgm:pt modelId="{B0EFB71B-11F0-4CB7-8AF1-30C6EE5E07FF}" type="sibTrans" cxnId="{BCE22D40-3F24-45FA-9BCA-150221A75F6F}">
      <dgm:prSet/>
      <dgm:spPr/>
      <dgm:t>
        <a:bodyPr/>
        <a:lstStyle/>
        <a:p>
          <a:endParaRPr lang="en-US"/>
        </a:p>
      </dgm:t>
    </dgm:pt>
    <dgm:pt modelId="{9D984EA3-8CD6-4468-9ADF-40A1F07F5AE2}">
      <dgm:prSet/>
      <dgm:spPr>
        <a:solidFill>
          <a:srgbClr val="6600CC"/>
        </a:solidFill>
      </dgm:spPr>
      <dgm:t>
        <a:bodyPr/>
        <a:lstStyle/>
        <a:p>
          <a:r>
            <a:rPr lang="en-US" b="1"/>
            <a:t>WMS System</a:t>
          </a:r>
          <a:endParaRPr lang="en-US"/>
        </a:p>
      </dgm:t>
    </dgm:pt>
    <dgm:pt modelId="{F3836FF5-DB26-4F51-B0DD-20D81CD4F56D}" type="parTrans" cxnId="{A9F674AF-B897-48E3-A8F1-049216336B91}">
      <dgm:prSet/>
      <dgm:spPr/>
      <dgm:t>
        <a:bodyPr/>
        <a:lstStyle/>
        <a:p>
          <a:endParaRPr lang="en-US"/>
        </a:p>
      </dgm:t>
    </dgm:pt>
    <dgm:pt modelId="{26894176-0DC2-40D1-8E97-C27D3BD2AFAE}" type="sibTrans" cxnId="{A9F674AF-B897-48E3-A8F1-049216336B91}">
      <dgm:prSet/>
      <dgm:spPr/>
      <dgm:t>
        <a:bodyPr/>
        <a:lstStyle/>
        <a:p>
          <a:endParaRPr lang="en-US"/>
        </a:p>
      </dgm:t>
    </dgm:pt>
    <dgm:pt modelId="{596FC794-3588-477D-86C5-771572692518}">
      <dgm:prSet/>
      <dgm:spPr>
        <a:solidFill>
          <a:srgbClr val="006666"/>
        </a:solidFill>
      </dgm:spPr>
      <dgm:t>
        <a:bodyPr/>
        <a:lstStyle/>
        <a:p>
          <a:r>
            <a:rPr lang="en-US" b="1"/>
            <a:t>Cross Docking System</a:t>
          </a:r>
          <a:endParaRPr lang="en-US"/>
        </a:p>
      </dgm:t>
    </dgm:pt>
    <dgm:pt modelId="{0FF0704C-97F9-47BB-A4CA-EF90E9F2DC49}" type="parTrans" cxnId="{B87AD3DE-AEF2-47D7-B5FC-FF5B1A6461D8}">
      <dgm:prSet/>
      <dgm:spPr/>
      <dgm:t>
        <a:bodyPr/>
        <a:lstStyle/>
        <a:p>
          <a:endParaRPr lang="en-US"/>
        </a:p>
      </dgm:t>
    </dgm:pt>
    <dgm:pt modelId="{B79AFA4F-DA73-4E63-868B-068B22DB52B7}" type="sibTrans" cxnId="{B87AD3DE-AEF2-47D7-B5FC-FF5B1A6461D8}">
      <dgm:prSet/>
      <dgm:spPr/>
      <dgm:t>
        <a:bodyPr/>
        <a:lstStyle/>
        <a:p>
          <a:endParaRPr lang="en-US"/>
        </a:p>
      </dgm:t>
    </dgm:pt>
    <dgm:pt modelId="{BB4164A3-6B84-45F2-BFC6-412D9731116D}">
      <dgm:prSet/>
      <dgm:spPr/>
      <dgm:t>
        <a:bodyPr/>
        <a:lstStyle/>
        <a:p>
          <a:r>
            <a:rPr lang="en-US" b="1"/>
            <a:t>Dock Management</a:t>
          </a:r>
          <a:endParaRPr lang="en-US"/>
        </a:p>
      </dgm:t>
    </dgm:pt>
    <dgm:pt modelId="{22A0AB91-FC2E-40F0-AA6E-CA1986B0C3B9}" type="parTrans" cxnId="{66F35CAB-F89C-40A3-AA27-F4D8F09D0F12}">
      <dgm:prSet/>
      <dgm:spPr/>
      <dgm:t>
        <a:bodyPr/>
        <a:lstStyle/>
        <a:p>
          <a:endParaRPr lang="en-US"/>
        </a:p>
      </dgm:t>
    </dgm:pt>
    <dgm:pt modelId="{6AB04BEA-97EF-4BFC-A18C-A365EB2D28A2}" type="sibTrans" cxnId="{66F35CAB-F89C-40A3-AA27-F4D8F09D0F12}">
      <dgm:prSet/>
      <dgm:spPr/>
      <dgm:t>
        <a:bodyPr/>
        <a:lstStyle/>
        <a:p>
          <a:endParaRPr lang="en-US"/>
        </a:p>
      </dgm:t>
    </dgm:pt>
    <dgm:pt modelId="{180449B1-7B7F-4DF7-8BEF-B85CCE6EEC98}" type="pres">
      <dgm:prSet presAssocID="{201DCE5B-E41E-4381-A9D1-4EB6443D74BC}" presName="Name0" presStyleCnt="0">
        <dgm:presLayoutVars>
          <dgm:dir/>
          <dgm:resizeHandles val="exact"/>
        </dgm:presLayoutVars>
      </dgm:prSet>
      <dgm:spPr/>
    </dgm:pt>
    <dgm:pt modelId="{9F5ED05F-0FAB-4BAD-A945-397C0017C5A1}" type="pres">
      <dgm:prSet presAssocID="{8CD2970C-16CA-4E54-99FE-AB21C43B87E4}" presName="parTxOnly" presStyleLbl="node1" presStyleIdx="0" presStyleCnt="7" custScaleX="64835">
        <dgm:presLayoutVars>
          <dgm:bulletEnabled val="1"/>
        </dgm:presLayoutVars>
      </dgm:prSet>
      <dgm:spPr/>
    </dgm:pt>
    <dgm:pt modelId="{22D83BFB-1931-431C-993F-0C09FC70CD95}" type="pres">
      <dgm:prSet presAssocID="{D9CF5366-074C-4634-8789-B88AB7770889}" presName="parSpace" presStyleCnt="0"/>
      <dgm:spPr/>
    </dgm:pt>
    <dgm:pt modelId="{F1A62987-598E-4B8E-87A3-DF7EA1C40A49}" type="pres">
      <dgm:prSet presAssocID="{95A29473-916B-4EB4-8344-E6C61B4803CC}" presName="parTxOnly" presStyleLbl="node1" presStyleIdx="1" presStyleCnt="7" custScaleX="136728">
        <dgm:presLayoutVars>
          <dgm:bulletEnabled val="1"/>
        </dgm:presLayoutVars>
      </dgm:prSet>
      <dgm:spPr/>
    </dgm:pt>
    <dgm:pt modelId="{63010228-C0B1-4B1B-A9DC-CD87F138A0C4}" type="pres">
      <dgm:prSet presAssocID="{56416F30-C156-4346-99A5-3A3519207B39}" presName="parSpace" presStyleCnt="0"/>
      <dgm:spPr/>
    </dgm:pt>
    <dgm:pt modelId="{5672AB44-42CF-4C57-B4E5-DAF2B4EDF1AF}" type="pres">
      <dgm:prSet presAssocID="{8F12749F-E85E-45E9-B191-F62E01957B02}" presName="parTxOnly" presStyleLbl="node1" presStyleIdx="2" presStyleCnt="7" custScaleX="96984">
        <dgm:presLayoutVars>
          <dgm:bulletEnabled val="1"/>
        </dgm:presLayoutVars>
      </dgm:prSet>
      <dgm:spPr/>
    </dgm:pt>
    <dgm:pt modelId="{A32D9F33-8AAE-42C1-AC8F-7762A285E84E}" type="pres">
      <dgm:prSet presAssocID="{342F8E10-85BC-4563-837F-302BD8FE3DB0}" presName="parSpace" presStyleCnt="0"/>
      <dgm:spPr/>
    </dgm:pt>
    <dgm:pt modelId="{AD51FA8E-C9A7-4FC2-87DF-C69E39B7F171}" type="pres">
      <dgm:prSet presAssocID="{3BB378DC-CF03-4E68-B988-AA8F6EF9287E}" presName="parTxOnly" presStyleLbl="node1" presStyleIdx="3" presStyleCnt="7" custScaleX="98218">
        <dgm:presLayoutVars>
          <dgm:bulletEnabled val="1"/>
        </dgm:presLayoutVars>
      </dgm:prSet>
      <dgm:spPr/>
    </dgm:pt>
    <dgm:pt modelId="{2B7E8F52-F1B8-40BF-BC90-B00939F1ADCF}" type="pres">
      <dgm:prSet presAssocID="{B0EFB71B-11F0-4CB7-8AF1-30C6EE5E07FF}" presName="parSpace" presStyleCnt="0"/>
      <dgm:spPr/>
    </dgm:pt>
    <dgm:pt modelId="{02EF3EE8-AC3D-4271-82E3-1EA6B3CB44B5}" type="pres">
      <dgm:prSet presAssocID="{9D984EA3-8CD6-4468-9ADF-40A1F07F5AE2}" presName="parTxOnly" presStyleLbl="node1" presStyleIdx="4" presStyleCnt="7">
        <dgm:presLayoutVars>
          <dgm:bulletEnabled val="1"/>
        </dgm:presLayoutVars>
      </dgm:prSet>
      <dgm:spPr/>
    </dgm:pt>
    <dgm:pt modelId="{B90A1BBC-1789-4860-9608-BABF42D1ACDF}" type="pres">
      <dgm:prSet presAssocID="{26894176-0DC2-40D1-8E97-C27D3BD2AFAE}" presName="parSpace" presStyleCnt="0"/>
      <dgm:spPr/>
    </dgm:pt>
    <dgm:pt modelId="{A02B7A33-F357-4899-B230-BC024AD3B6E2}" type="pres">
      <dgm:prSet presAssocID="{596FC794-3588-477D-86C5-771572692518}" presName="parTxOnly" presStyleLbl="node1" presStyleIdx="5" presStyleCnt="7" custScaleX="267229">
        <dgm:presLayoutVars>
          <dgm:bulletEnabled val="1"/>
        </dgm:presLayoutVars>
      </dgm:prSet>
      <dgm:spPr/>
    </dgm:pt>
    <dgm:pt modelId="{64BFC651-215D-4AEC-A95F-AE040E1326B9}" type="pres">
      <dgm:prSet presAssocID="{B79AFA4F-DA73-4E63-868B-068B22DB52B7}" presName="parSpace" presStyleCnt="0"/>
      <dgm:spPr/>
    </dgm:pt>
    <dgm:pt modelId="{11DDB493-F5F2-43BA-BE0A-C9255276504D}" type="pres">
      <dgm:prSet presAssocID="{BB4164A3-6B84-45F2-BFC6-412D9731116D}" presName="parTxOnly" presStyleLbl="node1" presStyleIdx="6" presStyleCnt="7" custScaleX="84515" custScaleY="101439">
        <dgm:presLayoutVars>
          <dgm:bulletEnabled val="1"/>
        </dgm:presLayoutVars>
      </dgm:prSet>
      <dgm:spPr/>
    </dgm:pt>
  </dgm:ptLst>
  <dgm:cxnLst>
    <dgm:cxn modelId="{2B2D8707-56A7-4660-91EF-057843F359B0}" type="presOf" srcId="{95A29473-916B-4EB4-8344-E6C61B4803CC}" destId="{F1A62987-598E-4B8E-87A3-DF7EA1C40A49}" srcOrd="0" destOrd="0" presId="urn:microsoft.com/office/officeart/2005/8/layout/hChevron3"/>
    <dgm:cxn modelId="{99ECB31D-795E-47AE-ADAD-ADB7D165702C}" type="presOf" srcId="{8CD2970C-16CA-4E54-99FE-AB21C43B87E4}" destId="{9F5ED05F-0FAB-4BAD-A945-397C0017C5A1}" srcOrd="0" destOrd="0" presId="urn:microsoft.com/office/officeart/2005/8/layout/hChevron3"/>
    <dgm:cxn modelId="{212A2130-85F6-4395-AA3E-C038B6DFA774}" type="presOf" srcId="{596FC794-3588-477D-86C5-771572692518}" destId="{A02B7A33-F357-4899-B230-BC024AD3B6E2}" srcOrd="0" destOrd="0" presId="urn:microsoft.com/office/officeart/2005/8/layout/hChevron3"/>
    <dgm:cxn modelId="{BCE22D40-3F24-45FA-9BCA-150221A75F6F}" srcId="{201DCE5B-E41E-4381-A9D1-4EB6443D74BC}" destId="{3BB378DC-CF03-4E68-B988-AA8F6EF9287E}" srcOrd="3" destOrd="0" parTransId="{3364B6CE-A665-4DD1-A46E-D69F022EE8A0}" sibTransId="{B0EFB71B-11F0-4CB7-8AF1-30C6EE5E07FF}"/>
    <dgm:cxn modelId="{BA599F61-18C4-48B4-B969-8609BC5B13CD}" type="presOf" srcId="{201DCE5B-E41E-4381-A9D1-4EB6443D74BC}" destId="{180449B1-7B7F-4DF7-8BEF-B85CCE6EEC98}" srcOrd="0" destOrd="0" presId="urn:microsoft.com/office/officeart/2005/8/layout/hChevron3"/>
    <dgm:cxn modelId="{CEDC7644-81BD-4416-BBA3-CFAA0C94F9C6}" srcId="{201DCE5B-E41E-4381-A9D1-4EB6443D74BC}" destId="{8F12749F-E85E-45E9-B191-F62E01957B02}" srcOrd="2" destOrd="0" parTransId="{55BC2DBF-AAD9-4F35-9302-B503D2368BCA}" sibTransId="{342F8E10-85BC-4563-837F-302BD8FE3DB0}"/>
    <dgm:cxn modelId="{CD2CD682-114B-4662-A8ED-514E3DA2C89A}" srcId="{201DCE5B-E41E-4381-A9D1-4EB6443D74BC}" destId="{95A29473-916B-4EB4-8344-E6C61B4803CC}" srcOrd="1" destOrd="0" parTransId="{2160DF90-A13B-4DFD-ACC8-02E269F133E9}" sibTransId="{56416F30-C156-4346-99A5-3A3519207B39}"/>
    <dgm:cxn modelId="{EF3D3E8D-6D10-4D86-BFA0-CC2B2AFB917A}" type="presOf" srcId="{3BB378DC-CF03-4E68-B988-AA8F6EF9287E}" destId="{AD51FA8E-C9A7-4FC2-87DF-C69E39B7F171}" srcOrd="0" destOrd="0" presId="urn:microsoft.com/office/officeart/2005/8/layout/hChevron3"/>
    <dgm:cxn modelId="{D89017A7-2E30-4834-B5FA-0EC7675A3564}" type="presOf" srcId="{9D984EA3-8CD6-4468-9ADF-40A1F07F5AE2}" destId="{02EF3EE8-AC3D-4271-82E3-1EA6B3CB44B5}" srcOrd="0" destOrd="0" presId="urn:microsoft.com/office/officeart/2005/8/layout/hChevron3"/>
    <dgm:cxn modelId="{66F35CAB-F89C-40A3-AA27-F4D8F09D0F12}" srcId="{201DCE5B-E41E-4381-A9D1-4EB6443D74BC}" destId="{BB4164A3-6B84-45F2-BFC6-412D9731116D}" srcOrd="6" destOrd="0" parTransId="{22A0AB91-FC2E-40F0-AA6E-CA1986B0C3B9}" sibTransId="{6AB04BEA-97EF-4BFC-A18C-A365EB2D28A2}"/>
    <dgm:cxn modelId="{A9F674AF-B897-48E3-A8F1-049216336B91}" srcId="{201DCE5B-E41E-4381-A9D1-4EB6443D74BC}" destId="{9D984EA3-8CD6-4468-9ADF-40A1F07F5AE2}" srcOrd="4" destOrd="0" parTransId="{F3836FF5-DB26-4F51-B0DD-20D81CD4F56D}" sibTransId="{26894176-0DC2-40D1-8E97-C27D3BD2AFAE}"/>
    <dgm:cxn modelId="{ACA5A3D5-6BBD-406A-9960-156255AC0465}" type="presOf" srcId="{BB4164A3-6B84-45F2-BFC6-412D9731116D}" destId="{11DDB493-F5F2-43BA-BE0A-C9255276504D}" srcOrd="0" destOrd="0" presId="urn:microsoft.com/office/officeart/2005/8/layout/hChevron3"/>
    <dgm:cxn modelId="{B87AD3DE-AEF2-47D7-B5FC-FF5B1A6461D8}" srcId="{201DCE5B-E41E-4381-A9D1-4EB6443D74BC}" destId="{596FC794-3588-477D-86C5-771572692518}" srcOrd="5" destOrd="0" parTransId="{0FF0704C-97F9-47BB-A4CA-EF90E9F2DC49}" sibTransId="{B79AFA4F-DA73-4E63-868B-068B22DB52B7}"/>
    <dgm:cxn modelId="{603F10ED-65A8-4CBB-A7E6-B2A41432C8DE}" srcId="{201DCE5B-E41E-4381-A9D1-4EB6443D74BC}" destId="{8CD2970C-16CA-4E54-99FE-AB21C43B87E4}" srcOrd="0" destOrd="0" parTransId="{F5ECB88C-AA8C-49C7-BBE9-B2B123A3E1F8}" sibTransId="{D9CF5366-074C-4634-8789-B88AB7770889}"/>
    <dgm:cxn modelId="{47114DF3-68F5-4C21-A828-C62519763E4A}" type="presOf" srcId="{8F12749F-E85E-45E9-B191-F62E01957B02}" destId="{5672AB44-42CF-4C57-B4E5-DAF2B4EDF1AF}" srcOrd="0" destOrd="0" presId="urn:microsoft.com/office/officeart/2005/8/layout/hChevron3"/>
    <dgm:cxn modelId="{FB016E9E-5953-41A4-A70F-05C9079240F1}" type="presParOf" srcId="{180449B1-7B7F-4DF7-8BEF-B85CCE6EEC98}" destId="{9F5ED05F-0FAB-4BAD-A945-397C0017C5A1}" srcOrd="0" destOrd="0" presId="urn:microsoft.com/office/officeart/2005/8/layout/hChevron3"/>
    <dgm:cxn modelId="{50394061-72D4-44BF-A315-F6815A113161}" type="presParOf" srcId="{180449B1-7B7F-4DF7-8BEF-B85CCE6EEC98}" destId="{22D83BFB-1931-431C-993F-0C09FC70CD95}" srcOrd="1" destOrd="0" presId="urn:microsoft.com/office/officeart/2005/8/layout/hChevron3"/>
    <dgm:cxn modelId="{B9C4BACB-B011-48CC-9022-7693B68D1CBF}" type="presParOf" srcId="{180449B1-7B7F-4DF7-8BEF-B85CCE6EEC98}" destId="{F1A62987-598E-4B8E-87A3-DF7EA1C40A49}" srcOrd="2" destOrd="0" presId="urn:microsoft.com/office/officeart/2005/8/layout/hChevron3"/>
    <dgm:cxn modelId="{1EF1F2F7-9EBE-4BF5-88F6-DE1C3C8002DE}" type="presParOf" srcId="{180449B1-7B7F-4DF7-8BEF-B85CCE6EEC98}" destId="{63010228-C0B1-4B1B-A9DC-CD87F138A0C4}" srcOrd="3" destOrd="0" presId="urn:microsoft.com/office/officeart/2005/8/layout/hChevron3"/>
    <dgm:cxn modelId="{4B16C462-EE9C-4889-8F55-43EF70C97A2F}" type="presParOf" srcId="{180449B1-7B7F-4DF7-8BEF-B85CCE6EEC98}" destId="{5672AB44-42CF-4C57-B4E5-DAF2B4EDF1AF}" srcOrd="4" destOrd="0" presId="urn:microsoft.com/office/officeart/2005/8/layout/hChevron3"/>
    <dgm:cxn modelId="{C60BF1E4-F6E6-49DB-A1AE-8CC5A0FAD25D}" type="presParOf" srcId="{180449B1-7B7F-4DF7-8BEF-B85CCE6EEC98}" destId="{A32D9F33-8AAE-42C1-AC8F-7762A285E84E}" srcOrd="5" destOrd="0" presId="urn:microsoft.com/office/officeart/2005/8/layout/hChevron3"/>
    <dgm:cxn modelId="{D087C2BB-CDE6-44C2-87AC-88333BE37156}" type="presParOf" srcId="{180449B1-7B7F-4DF7-8BEF-B85CCE6EEC98}" destId="{AD51FA8E-C9A7-4FC2-87DF-C69E39B7F171}" srcOrd="6" destOrd="0" presId="urn:microsoft.com/office/officeart/2005/8/layout/hChevron3"/>
    <dgm:cxn modelId="{2269354F-DAEB-48B4-BDD5-56468CDC48AB}" type="presParOf" srcId="{180449B1-7B7F-4DF7-8BEF-B85CCE6EEC98}" destId="{2B7E8F52-F1B8-40BF-BC90-B00939F1ADCF}" srcOrd="7" destOrd="0" presId="urn:microsoft.com/office/officeart/2005/8/layout/hChevron3"/>
    <dgm:cxn modelId="{7E3248CB-A078-43F4-97C7-93297AE40D1A}" type="presParOf" srcId="{180449B1-7B7F-4DF7-8BEF-B85CCE6EEC98}" destId="{02EF3EE8-AC3D-4271-82E3-1EA6B3CB44B5}" srcOrd="8" destOrd="0" presId="urn:microsoft.com/office/officeart/2005/8/layout/hChevron3"/>
    <dgm:cxn modelId="{2815778F-E116-4347-8418-D9524822797C}" type="presParOf" srcId="{180449B1-7B7F-4DF7-8BEF-B85CCE6EEC98}" destId="{B90A1BBC-1789-4860-9608-BABF42D1ACDF}" srcOrd="9" destOrd="0" presId="urn:microsoft.com/office/officeart/2005/8/layout/hChevron3"/>
    <dgm:cxn modelId="{792D3631-3847-44C1-BC1A-B681B0E94DF2}" type="presParOf" srcId="{180449B1-7B7F-4DF7-8BEF-B85CCE6EEC98}" destId="{A02B7A33-F357-4899-B230-BC024AD3B6E2}" srcOrd="10" destOrd="0" presId="urn:microsoft.com/office/officeart/2005/8/layout/hChevron3"/>
    <dgm:cxn modelId="{CC28C305-769A-4FD9-8A4C-53676AA421AD}" type="presParOf" srcId="{180449B1-7B7F-4DF7-8BEF-B85CCE6EEC98}" destId="{64BFC651-215D-4AEC-A95F-AE040E1326B9}" srcOrd="11" destOrd="0" presId="urn:microsoft.com/office/officeart/2005/8/layout/hChevron3"/>
    <dgm:cxn modelId="{895566D4-E37D-4B67-9C4F-3149E4DB03FB}" type="presParOf" srcId="{180449B1-7B7F-4DF7-8BEF-B85CCE6EEC98}" destId="{11DDB493-F5F2-43BA-BE0A-C9255276504D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5C55B2A-C315-44A7-A158-475E8E0F59A9}" type="doc">
      <dgm:prSet loTypeId="urn:diagrams.loki3.com/VaryingWidth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507A9E2-8CEC-4111-9B69-E7B2D38A40CF}">
      <dgm:prSet phldrT="[Text]" phldr="0" custT="1"/>
      <dgm:spPr/>
      <dgm:t>
        <a:bodyPr vert="vert270"/>
        <a:lstStyle/>
        <a:p>
          <a:r>
            <a:rPr lang="en-US" sz="1000" b="1">
              <a:latin typeface="Kanit Light"/>
            </a:rPr>
            <a:t>Normal Outbound Order</a:t>
          </a:r>
        </a:p>
      </dgm:t>
    </dgm:pt>
    <dgm:pt modelId="{A8317ED6-8151-4788-A3B0-9B0FBF056742}" type="sibTrans" cxnId="{23A7F4CC-839D-4AE8-92A2-04014254AE3C}">
      <dgm:prSet/>
      <dgm:spPr/>
      <dgm:t>
        <a:bodyPr/>
        <a:lstStyle/>
        <a:p>
          <a:endParaRPr lang="en-US" sz="1000"/>
        </a:p>
      </dgm:t>
    </dgm:pt>
    <dgm:pt modelId="{662428A5-5E55-47F5-B0DD-B55C23DB7F87}" type="parTrans" cxnId="{23A7F4CC-839D-4AE8-92A2-04014254AE3C}">
      <dgm:prSet/>
      <dgm:spPr/>
      <dgm:t>
        <a:bodyPr/>
        <a:lstStyle/>
        <a:p>
          <a:endParaRPr lang="en-US" sz="1000"/>
        </a:p>
      </dgm:t>
    </dgm:pt>
    <dgm:pt modelId="{8941420E-4F35-464A-866A-34FAD4243958}">
      <dgm:prSet phldrT="[Text]" phldr="0" custT="1"/>
      <dgm:spPr/>
      <dgm:t>
        <a:bodyPr vert="vert270"/>
        <a:lstStyle/>
        <a:p>
          <a:r>
            <a:rPr lang="en-US" sz="1000" b="1">
              <a:latin typeface="Kanit Light"/>
            </a:rPr>
            <a:t>Cross Dock Inbound </a:t>
          </a:r>
          <a:r>
            <a:rPr lang="en-US" sz="800" b="1">
              <a:latin typeface="Kanit Light"/>
            </a:rPr>
            <a:t>Order</a:t>
          </a:r>
          <a:r>
            <a:rPr lang="en-US" sz="1000" b="1">
              <a:latin typeface="Kanit Light"/>
            </a:rPr>
            <a:t> (CIO)</a:t>
          </a:r>
        </a:p>
      </dgm:t>
    </dgm:pt>
    <dgm:pt modelId="{EFEC4808-69C1-4628-8C26-76E7FE5F312E}" type="parTrans" cxnId="{19FEDB08-BE16-4277-B534-356A73E76275}">
      <dgm:prSet/>
      <dgm:spPr/>
      <dgm:t>
        <a:bodyPr/>
        <a:lstStyle/>
        <a:p>
          <a:endParaRPr lang="en-US" sz="1000"/>
        </a:p>
      </dgm:t>
    </dgm:pt>
    <dgm:pt modelId="{5C569AF5-02D4-4F75-82FA-52F0DFA84B9A}" type="sibTrans" cxnId="{19FEDB08-BE16-4277-B534-356A73E76275}">
      <dgm:prSet/>
      <dgm:spPr/>
      <dgm:t>
        <a:bodyPr/>
        <a:lstStyle/>
        <a:p>
          <a:endParaRPr lang="en-US" sz="1000"/>
        </a:p>
      </dgm:t>
    </dgm:pt>
    <dgm:pt modelId="{BB0FE7AE-4A5A-CB44-825C-0807BC9F658C}">
      <dgm:prSet custT="1"/>
      <dgm:spPr/>
      <dgm:t>
        <a:bodyPr spcFirstLastPara="0" vert="vert270" wrap="square" lIns="25400" tIns="25400" rIns="25400" bIns="2540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ea typeface="+mn-ea"/>
              <a:cs typeface="ThaiBev Sans New"/>
            </a:rPr>
            <a:t>Cross Dock Outbound Order (COO)</a:t>
          </a:r>
          <a:endParaRPr lang="th-TH" sz="800" b="1" kern="1200">
            <a:ea typeface="+mn-ea"/>
            <a:cs typeface="ThaiBev Sans New"/>
          </a:endParaRPr>
        </a:p>
      </dgm:t>
    </dgm:pt>
    <dgm:pt modelId="{41C52E20-ACC9-D64A-8B70-943F66B3EAE3}" type="parTrans" cxnId="{CA9C0EE2-D21E-D04F-AE36-121F17F872D8}">
      <dgm:prSet/>
      <dgm:spPr/>
      <dgm:t>
        <a:bodyPr/>
        <a:lstStyle/>
        <a:p>
          <a:endParaRPr lang="th-TH" sz="1000"/>
        </a:p>
      </dgm:t>
    </dgm:pt>
    <dgm:pt modelId="{CAC05FA2-4FBD-0C4B-B0CA-6B88B98180DA}" type="sibTrans" cxnId="{CA9C0EE2-D21E-D04F-AE36-121F17F872D8}">
      <dgm:prSet/>
      <dgm:spPr/>
      <dgm:t>
        <a:bodyPr/>
        <a:lstStyle/>
        <a:p>
          <a:endParaRPr lang="th-TH" sz="1000"/>
        </a:p>
      </dgm:t>
    </dgm:pt>
    <dgm:pt modelId="{3FCEDFF0-A506-4352-8A44-AE60329310FC}" type="pres">
      <dgm:prSet presAssocID="{E5C55B2A-C315-44A7-A158-475E8E0F59A9}" presName="Name0" presStyleCnt="0">
        <dgm:presLayoutVars>
          <dgm:resizeHandles/>
        </dgm:presLayoutVars>
      </dgm:prSet>
      <dgm:spPr/>
    </dgm:pt>
    <dgm:pt modelId="{8355E1DC-92FE-43BF-9E9C-4EC19DDB810E}" type="pres">
      <dgm:prSet presAssocID="{A507A9E2-8CEC-4111-9B69-E7B2D38A40CF}" presName="text" presStyleLbl="node1" presStyleIdx="0" presStyleCnt="3">
        <dgm:presLayoutVars>
          <dgm:bulletEnabled val="1"/>
        </dgm:presLayoutVars>
      </dgm:prSet>
      <dgm:spPr/>
    </dgm:pt>
    <dgm:pt modelId="{99A306D5-12F4-4843-9A3D-3BAFC76E304C}" type="pres">
      <dgm:prSet presAssocID="{A8317ED6-8151-4788-A3B0-9B0FBF056742}" presName="space" presStyleCnt="0"/>
      <dgm:spPr/>
    </dgm:pt>
    <dgm:pt modelId="{4BFFF31D-2151-41AC-8335-7ED8328F45E7}" type="pres">
      <dgm:prSet presAssocID="{8941420E-4F35-464A-866A-34FAD4243958}" presName="text" presStyleLbl="node1" presStyleIdx="1" presStyleCnt="3" custScaleY="77163" custLinFactY="266" custLinFactNeighborX="-549" custLinFactNeighborY="100000">
        <dgm:presLayoutVars>
          <dgm:bulletEnabled val="1"/>
        </dgm:presLayoutVars>
      </dgm:prSet>
      <dgm:spPr/>
    </dgm:pt>
    <dgm:pt modelId="{29C121BE-99BA-754F-9596-E6336C639F55}" type="pres">
      <dgm:prSet presAssocID="{5C569AF5-02D4-4F75-82FA-52F0DFA84B9A}" presName="space" presStyleCnt="0"/>
      <dgm:spPr/>
    </dgm:pt>
    <dgm:pt modelId="{79928061-A384-7D47-8E1E-BA94EA4BDD20}" type="pres">
      <dgm:prSet presAssocID="{BB0FE7AE-4A5A-CB44-825C-0807BC9F658C}" presName="text" presStyleLbl="node1" presStyleIdx="2" presStyleCnt="3" custScaleY="87712">
        <dgm:presLayoutVars>
          <dgm:bulletEnabled val="1"/>
        </dgm:presLayoutVars>
      </dgm:prSet>
      <dgm:spPr>
        <a:xfrm>
          <a:off x="0" y="2654132"/>
          <a:ext cx="403465" cy="1262961"/>
        </a:xfrm>
        <a:prstGeom prst="rect">
          <a:avLst/>
        </a:prstGeom>
      </dgm:spPr>
    </dgm:pt>
  </dgm:ptLst>
  <dgm:cxnLst>
    <dgm:cxn modelId="{19FEDB08-BE16-4277-B534-356A73E76275}" srcId="{E5C55B2A-C315-44A7-A158-475E8E0F59A9}" destId="{8941420E-4F35-464A-866A-34FAD4243958}" srcOrd="1" destOrd="0" parTransId="{EFEC4808-69C1-4628-8C26-76E7FE5F312E}" sibTransId="{5C569AF5-02D4-4F75-82FA-52F0DFA84B9A}"/>
    <dgm:cxn modelId="{E61DD59C-DBC8-0B44-821D-BCEFD43B0FFA}" type="presOf" srcId="{8941420E-4F35-464A-866A-34FAD4243958}" destId="{4BFFF31D-2151-41AC-8335-7ED8328F45E7}" srcOrd="0" destOrd="0" presId="urn:diagrams.loki3.com/VaryingWidthList"/>
    <dgm:cxn modelId="{5F0959B0-7247-6043-A13E-62C0FB671A40}" type="presOf" srcId="{A507A9E2-8CEC-4111-9B69-E7B2D38A40CF}" destId="{8355E1DC-92FE-43BF-9E9C-4EC19DDB810E}" srcOrd="0" destOrd="0" presId="urn:diagrams.loki3.com/VaryingWidthList"/>
    <dgm:cxn modelId="{3AA79CB1-DAE9-49DD-9DB9-48944467FA89}" type="presOf" srcId="{E5C55B2A-C315-44A7-A158-475E8E0F59A9}" destId="{3FCEDFF0-A506-4352-8A44-AE60329310FC}" srcOrd="0" destOrd="0" presId="urn:diagrams.loki3.com/VaryingWidthList"/>
    <dgm:cxn modelId="{007B18B4-C604-924A-A3A5-996C1641DC21}" type="presOf" srcId="{BB0FE7AE-4A5A-CB44-825C-0807BC9F658C}" destId="{79928061-A384-7D47-8E1E-BA94EA4BDD20}" srcOrd="0" destOrd="0" presId="urn:diagrams.loki3.com/VaryingWidthList"/>
    <dgm:cxn modelId="{23A7F4CC-839D-4AE8-92A2-04014254AE3C}" srcId="{E5C55B2A-C315-44A7-A158-475E8E0F59A9}" destId="{A507A9E2-8CEC-4111-9B69-E7B2D38A40CF}" srcOrd="0" destOrd="0" parTransId="{662428A5-5E55-47F5-B0DD-B55C23DB7F87}" sibTransId="{A8317ED6-8151-4788-A3B0-9B0FBF056742}"/>
    <dgm:cxn modelId="{CA9C0EE2-D21E-D04F-AE36-121F17F872D8}" srcId="{E5C55B2A-C315-44A7-A158-475E8E0F59A9}" destId="{BB0FE7AE-4A5A-CB44-825C-0807BC9F658C}" srcOrd="2" destOrd="0" parTransId="{41C52E20-ACC9-D64A-8B70-943F66B3EAE3}" sibTransId="{CAC05FA2-4FBD-0C4B-B0CA-6B88B98180DA}"/>
    <dgm:cxn modelId="{748CE3B0-700F-9042-9EA4-DB05BD30FC46}" type="presParOf" srcId="{3FCEDFF0-A506-4352-8A44-AE60329310FC}" destId="{8355E1DC-92FE-43BF-9E9C-4EC19DDB810E}" srcOrd="0" destOrd="0" presId="urn:diagrams.loki3.com/VaryingWidthList"/>
    <dgm:cxn modelId="{8078DC50-EB8A-BD47-9DA6-2844D9A357FA}" type="presParOf" srcId="{3FCEDFF0-A506-4352-8A44-AE60329310FC}" destId="{99A306D5-12F4-4843-9A3D-3BAFC76E304C}" srcOrd="1" destOrd="0" presId="urn:diagrams.loki3.com/VaryingWidthList"/>
    <dgm:cxn modelId="{D26307C6-34DE-1D44-A6D1-E0640D723E67}" type="presParOf" srcId="{3FCEDFF0-A506-4352-8A44-AE60329310FC}" destId="{4BFFF31D-2151-41AC-8335-7ED8328F45E7}" srcOrd="2" destOrd="0" presId="urn:diagrams.loki3.com/VaryingWidthList"/>
    <dgm:cxn modelId="{ACAB5F18-8776-E647-88E3-32838B9B4D68}" type="presParOf" srcId="{3FCEDFF0-A506-4352-8A44-AE60329310FC}" destId="{29C121BE-99BA-754F-9596-E6336C639F55}" srcOrd="3" destOrd="0" presId="urn:diagrams.loki3.com/VaryingWidthList"/>
    <dgm:cxn modelId="{E8C47B07-74FC-9844-917F-4560507EB0C9}" type="presParOf" srcId="{3FCEDFF0-A506-4352-8A44-AE60329310FC}" destId="{79928061-A384-7D47-8E1E-BA94EA4BDD20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01DCE5B-E41E-4381-A9D1-4EB6443D74BC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CD2970C-16CA-4E54-99FE-AB21C43B87E4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US" b="1"/>
            <a:t>Sale System</a:t>
          </a:r>
          <a:endParaRPr lang="en-US"/>
        </a:p>
      </dgm:t>
    </dgm:pt>
    <dgm:pt modelId="{F5ECB88C-AA8C-49C7-BBE9-B2B123A3E1F8}" type="parTrans" cxnId="{603F10ED-65A8-4CBB-A7E6-B2A41432C8DE}">
      <dgm:prSet/>
      <dgm:spPr/>
      <dgm:t>
        <a:bodyPr/>
        <a:lstStyle/>
        <a:p>
          <a:endParaRPr lang="en-US"/>
        </a:p>
      </dgm:t>
    </dgm:pt>
    <dgm:pt modelId="{D9CF5366-074C-4634-8789-B88AB7770889}" type="sibTrans" cxnId="{603F10ED-65A8-4CBB-A7E6-B2A41432C8DE}">
      <dgm:prSet/>
      <dgm:spPr/>
      <dgm:t>
        <a:bodyPr/>
        <a:lstStyle/>
        <a:p>
          <a:endParaRPr lang="en-US"/>
        </a:p>
      </dgm:t>
    </dgm:pt>
    <dgm:pt modelId="{95A29473-916B-4EB4-8344-E6C61B4803CC}">
      <dgm:prSet/>
      <dgm:spPr>
        <a:solidFill>
          <a:srgbClr val="800080"/>
        </a:solidFill>
      </dgm:spPr>
      <dgm:t>
        <a:bodyPr/>
        <a:lstStyle/>
        <a:p>
          <a:r>
            <a:rPr lang="en-US" b="1"/>
            <a:t>LOC System</a:t>
          </a:r>
          <a:endParaRPr lang="en-US"/>
        </a:p>
      </dgm:t>
    </dgm:pt>
    <dgm:pt modelId="{2160DF90-A13B-4DFD-ACC8-02E269F133E9}" type="parTrans" cxnId="{CD2CD682-114B-4662-A8ED-514E3DA2C89A}">
      <dgm:prSet/>
      <dgm:spPr/>
      <dgm:t>
        <a:bodyPr/>
        <a:lstStyle/>
        <a:p>
          <a:endParaRPr lang="en-US"/>
        </a:p>
      </dgm:t>
    </dgm:pt>
    <dgm:pt modelId="{56416F30-C156-4346-99A5-3A3519207B39}" type="sibTrans" cxnId="{CD2CD682-114B-4662-A8ED-514E3DA2C89A}">
      <dgm:prSet/>
      <dgm:spPr/>
      <dgm:t>
        <a:bodyPr/>
        <a:lstStyle/>
        <a:p>
          <a:endParaRPr lang="en-US"/>
        </a:p>
      </dgm:t>
    </dgm:pt>
    <dgm:pt modelId="{8F12749F-E85E-45E9-B191-F62E01957B02}">
      <dgm:prSet/>
      <dgm:spPr>
        <a:solidFill>
          <a:srgbClr val="0070C0"/>
        </a:solidFill>
      </dgm:spPr>
      <dgm:t>
        <a:bodyPr/>
        <a:lstStyle/>
        <a:p>
          <a:r>
            <a:rPr lang="en-US" b="1"/>
            <a:t>CERTU System</a:t>
          </a:r>
          <a:endParaRPr lang="en-US"/>
        </a:p>
      </dgm:t>
    </dgm:pt>
    <dgm:pt modelId="{55BC2DBF-AAD9-4F35-9302-B503D2368BCA}" type="parTrans" cxnId="{CEDC7644-81BD-4416-BBA3-CFAA0C94F9C6}">
      <dgm:prSet/>
      <dgm:spPr/>
      <dgm:t>
        <a:bodyPr/>
        <a:lstStyle/>
        <a:p>
          <a:endParaRPr lang="en-US"/>
        </a:p>
      </dgm:t>
    </dgm:pt>
    <dgm:pt modelId="{342F8E10-85BC-4563-837F-302BD8FE3DB0}" type="sibTrans" cxnId="{CEDC7644-81BD-4416-BBA3-CFAA0C94F9C6}">
      <dgm:prSet/>
      <dgm:spPr/>
      <dgm:t>
        <a:bodyPr/>
        <a:lstStyle/>
        <a:p>
          <a:endParaRPr lang="en-US"/>
        </a:p>
      </dgm:t>
    </dgm:pt>
    <dgm:pt modelId="{3BB378DC-CF03-4E68-B988-AA8F6EF9287E}">
      <dgm:prSet/>
      <dgm:spPr>
        <a:solidFill>
          <a:schemeClr val="accent2"/>
        </a:solidFill>
      </dgm:spPr>
      <dgm:t>
        <a:bodyPr/>
        <a:lstStyle/>
        <a:p>
          <a:r>
            <a:rPr lang="en-US" b="1"/>
            <a:t>TMS / Plus Transport</a:t>
          </a:r>
          <a:endParaRPr lang="en-US"/>
        </a:p>
      </dgm:t>
    </dgm:pt>
    <dgm:pt modelId="{3364B6CE-A665-4DD1-A46E-D69F022EE8A0}" type="parTrans" cxnId="{BCE22D40-3F24-45FA-9BCA-150221A75F6F}">
      <dgm:prSet/>
      <dgm:spPr/>
      <dgm:t>
        <a:bodyPr/>
        <a:lstStyle/>
        <a:p>
          <a:endParaRPr lang="en-US"/>
        </a:p>
      </dgm:t>
    </dgm:pt>
    <dgm:pt modelId="{B0EFB71B-11F0-4CB7-8AF1-30C6EE5E07FF}" type="sibTrans" cxnId="{BCE22D40-3F24-45FA-9BCA-150221A75F6F}">
      <dgm:prSet/>
      <dgm:spPr/>
      <dgm:t>
        <a:bodyPr/>
        <a:lstStyle/>
        <a:p>
          <a:endParaRPr lang="en-US"/>
        </a:p>
      </dgm:t>
    </dgm:pt>
    <dgm:pt modelId="{9D984EA3-8CD6-4468-9ADF-40A1F07F5AE2}">
      <dgm:prSet/>
      <dgm:spPr>
        <a:solidFill>
          <a:srgbClr val="6600CC"/>
        </a:solidFill>
      </dgm:spPr>
      <dgm:t>
        <a:bodyPr/>
        <a:lstStyle/>
        <a:p>
          <a:r>
            <a:rPr lang="en-US" b="1"/>
            <a:t>WMS System</a:t>
          </a:r>
          <a:endParaRPr lang="en-US"/>
        </a:p>
      </dgm:t>
    </dgm:pt>
    <dgm:pt modelId="{F3836FF5-DB26-4F51-B0DD-20D81CD4F56D}" type="parTrans" cxnId="{A9F674AF-B897-48E3-A8F1-049216336B91}">
      <dgm:prSet/>
      <dgm:spPr/>
      <dgm:t>
        <a:bodyPr/>
        <a:lstStyle/>
        <a:p>
          <a:endParaRPr lang="en-US"/>
        </a:p>
      </dgm:t>
    </dgm:pt>
    <dgm:pt modelId="{26894176-0DC2-40D1-8E97-C27D3BD2AFAE}" type="sibTrans" cxnId="{A9F674AF-B897-48E3-A8F1-049216336B91}">
      <dgm:prSet/>
      <dgm:spPr/>
      <dgm:t>
        <a:bodyPr/>
        <a:lstStyle/>
        <a:p>
          <a:endParaRPr lang="en-US"/>
        </a:p>
      </dgm:t>
    </dgm:pt>
    <dgm:pt modelId="{596FC794-3588-477D-86C5-771572692518}">
      <dgm:prSet/>
      <dgm:spPr>
        <a:solidFill>
          <a:srgbClr val="006666"/>
        </a:solidFill>
      </dgm:spPr>
      <dgm:t>
        <a:bodyPr/>
        <a:lstStyle/>
        <a:p>
          <a:r>
            <a:rPr lang="en-US" b="1"/>
            <a:t>Cross Docking System</a:t>
          </a:r>
          <a:endParaRPr lang="en-US"/>
        </a:p>
      </dgm:t>
    </dgm:pt>
    <dgm:pt modelId="{0FF0704C-97F9-47BB-A4CA-EF90E9F2DC49}" type="parTrans" cxnId="{B87AD3DE-AEF2-47D7-B5FC-FF5B1A6461D8}">
      <dgm:prSet/>
      <dgm:spPr/>
      <dgm:t>
        <a:bodyPr/>
        <a:lstStyle/>
        <a:p>
          <a:endParaRPr lang="en-US"/>
        </a:p>
      </dgm:t>
    </dgm:pt>
    <dgm:pt modelId="{B79AFA4F-DA73-4E63-868B-068B22DB52B7}" type="sibTrans" cxnId="{B87AD3DE-AEF2-47D7-B5FC-FF5B1A6461D8}">
      <dgm:prSet/>
      <dgm:spPr/>
      <dgm:t>
        <a:bodyPr/>
        <a:lstStyle/>
        <a:p>
          <a:endParaRPr lang="en-US"/>
        </a:p>
      </dgm:t>
    </dgm:pt>
    <dgm:pt modelId="{BB4164A3-6B84-45F2-BFC6-412D9731116D}">
      <dgm:prSet/>
      <dgm:spPr/>
      <dgm:t>
        <a:bodyPr/>
        <a:lstStyle/>
        <a:p>
          <a:r>
            <a:rPr lang="en-US" b="1"/>
            <a:t>Dock Management</a:t>
          </a:r>
          <a:endParaRPr lang="en-US"/>
        </a:p>
      </dgm:t>
    </dgm:pt>
    <dgm:pt modelId="{22A0AB91-FC2E-40F0-AA6E-CA1986B0C3B9}" type="parTrans" cxnId="{66F35CAB-F89C-40A3-AA27-F4D8F09D0F12}">
      <dgm:prSet/>
      <dgm:spPr/>
      <dgm:t>
        <a:bodyPr/>
        <a:lstStyle/>
        <a:p>
          <a:endParaRPr lang="en-US"/>
        </a:p>
      </dgm:t>
    </dgm:pt>
    <dgm:pt modelId="{6AB04BEA-97EF-4BFC-A18C-A365EB2D28A2}" type="sibTrans" cxnId="{66F35CAB-F89C-40A3-AA27-F4D8F09D0F12}">
      <dgm:prSet/>
      <dgm:spPr/>
      <dgm:t>
        <a:bodyPr/>
        <a:lstStyle/>
        <a:p>
          <a:endParaRPr lang="en-US"/>
        </a:p>
      </dgm:t>
    </dgm:pt>
    <dgm:pt modelId="{180449B1-7B7F-4DF7-8BEF-B85CCE6EEC98}" type="pres">
      <dgm:prSet presAssocID="{201DCE5B-E41E-4381-A9D1-4EB6443D74BC}" presName="Name0" presStyleCnt="0">
        <dgm:presLayoutVars>
          <dgm:dir/>
          <dgm:resizeHandles val="exact"/>
        </dgm:presLayoutVars>
      </dgm:prSet>
      <dgm:spPr/>
    </dgm:pt>
    <dgm:pt modelId="{9F5ED05F-0FAB-4BAD-A945-397C0017C5A1}" type="pres">
      <dgm:prSet presAssocID="{8CD2970C-16CA-4E54-99FE-AB21C43B87E4}" presName="parTxOnly" presStyleLbl="node1" presStyleIdx="0" presStyleCnt="7" custScaleX="64835">
        <dgm:presLayoutVars>
          <dgm:bulletEnabled val="1"/>
        </dgm:presLayoutVars>
      </dgm:prSet>
      <dgm:spPr/>
    </dgm:pt>
    <dgm:pt modelId="{22D83BFB-1931-431C-993F-0C09FC70CD95}" type="pres">
      <dgm:prSet presAssocID="{D9CF5366-074C-4634-8789-B88AB7770889}" presName="parSpace" presStyleCnt="0"/>
      <dgm:spPr/>
    </dgm:pt>
    <dgm:pt modelId="{F1A62987-598E-4B8E-87A3-DF7EA1C40A49}" type="pres">
      <dgm:prSet presAssocID="{95A29473-916B-4EB4-8344-E6C61B4803CC}" presName="parTxOnly" presStyleLbl="node1" presStyleIdx="1" presStyleCnt="7" custScaleX="136728">
        <dgm:presLayoutVars>
          <dgm:bulletEnabled val="1"/>
        </dgm:presLayoutVars>
      </dgm:prSet>
      <dgm:spPr/>
    </dgm:pt>
    <dgm:pt modelId="{63010228-C0B1-4B1B-A9DC-CD87F138A0C4}" type="pres">
      <dgm:prSet presAssocID="{56416F30-C156-4346-99A5-3A3519207B39}" presName="parSpace" presStyleCnt="0"/>
      <dgm:spPr/>
    </dgm:pt>
    <dgm:pt modelId="{5672AB44-42CF-4C57-B4E5-DAF2B4EDF1AF}" type="pres">
      <dgm:prSet presAssocID="{8F12749F-E85E-45E9-B191-F62E01957B02}" presName="parTxOnly" presStyleLbl="node1" presStyleIdx="2" presStyleCnt="7" custScaleX="96984">
        <dgm:presLayoutVars>
          <dgm:bulletEnabled val="1"/>
        </dgm:presLayoutVars>
      </dgm:prSet>
      <dgm:spPr/>
    </dgm:pt>
    <dgm:pt modelId="{A32D9F33-8AAE-42C1-AC8F-7762A285E84E}" type="pres">
      <dgm:prSet presAssocID="{342F8E10-85BC-4563-837F-302BD8FE3DB0}" presName="parSpace" presStyleCnt="0"/>
      <dgm:spPr/>
    </dgm:pt>
    <dgm:pt modelId="{AD51FA8E-C9A7-4FC2-87DF-C69E39B7F171}" type="pres">
      <dgm:prSet presAssocID="{3BB378DC-CF03-4E68-B988-AA8F6EF9287E}" presName="parTxOnly" presStyleLbl="node1" presStyleIdx="3" presStyleCnt="7" custScaleX="98218">
        <dgm:presLayoutVars>
          <dgm:bulletEnabled val="1"/>
        </dgm:presLayoutVars>
      </dgm:prSet>
      <dgm:spPr/>
    </dgm:pt>
    <dgm:pt modelId="{2B7E8F52-F1B8-40BF-BC90-B00939F1ADCF}" type="pres">
      <dgm:prSet presAssocID="{B0EFB71B-11F0-4CB7-8AF1-30C6EE5E07FF}" presName="parSpace" presStyleCnt="0"/>
      <dgm:spPr/>
    </dgm:pt>
    <dgm:pt modelId="{02EF3EE8-AC3D-4271-82E3-1EA6B3CB44B5}" type="pres">
      <dgm:prSet presAssocID="{9D984EA3-8CD6-4468-9ADF-40A1F07F5AE2}" presName="parTxOnly" presStyleLbl="node1" presStyleIdx="4" presStyleCnt="7">
        <dgm:presLayoutVars>
          <dgm:bulletEnabled val="1"/>
        </dgm:presLayoutVars>
      </dgm:prSet>
      <dgm:spPr/>
    </dgm:pt>
    <dgm:pt modelId="{B90A1BBC-1789-4860-9608-BABF42D1ACDF}" type="pres">
      <dgm:prSet presAssocID="{26894176-0DC2-40D1-8E97-C27D3BD2AFAE}" presName="parSpace" presStyleCnt="0"/>
      <dgm:spPr/>
    </dgm:pt>
    <dgm:pt modelId="{A02B7A33-F357-4899-B230-BC024AD3B6E2}" type="pres">
      <dgm:prSet presAssocID="{596FC794-3588-477D-86C5-771572692518}" presName="parTxOnly" presStyleLbl="node1" presStyleIdx="5" presStyleCnt="7" custScaleX="267229">
        <dgm:presLayoutVars>
          <dgm:bulletEnabled val="1"/>
        </dgm:presLayoutVars>
      </dgm:prSet>
      <dgm:spPr/>
    </dgm:pt>
    <dgm:pt modelId="{64BFC651-215D-4AEC-A95F-AE040E1326B9}" type="pres">
      <dgm:prSet presAssocID="{B79AFA4F-DA73-4E63-868B-068B22DB52B7}" presName="parSpace" presStyleCnt="0"/>
      <dgm:spPr/>
    </dgm:pt>
    <dgm:pt modelId="{11DDB493-F5F2-43BA-BE0A-C9255276504D}" type="pres">
      <dgm:prSet presAssocID="{BB4164A3-6B84-45F2-BFC6-412D9731116D}" presName="parTxOnly" presStyleLbl="node1" presStyleIdx="6" presStyleCnt="7" custScaleX="84515" custScaleY="101439">
        <dgm:presLayoutVars>
          <dgm:bulletEnabled val="1"/>
        </dgm:presLayoutVars>
      </dgm:prSet>
      <dgm:spPr/>
    </dgm:pt>
  </dgm:ptLst>
  <dgm:cxnLst>
    <dgm:cxn modelId="{2B2D8707-56A7-4660-91EF-057843F359B0}" type="presOf" srcId="{95A29473-916B-4EB4-8344-E6C61B4803CC}" destId="{F1A62987-598E-4B8E-87A3-DF7EA1C40A49}" srcOrd="0" destOrd="0" presId="urn:microsoft.com/office/officeart/2005/8/layout/hChevron3"/>
    <dgm:cxn modelId="{99ECB31D-795E-47AE-ADAD-ADB7D165702C}" type="presOf" srcId="{8CD2970C-16CA-4E54-99FE-AB21C43B87E4}" destId="{9F5ED05F-0FAB-4BAD-A945-397C0017C5A1}" srcOrd="0" destOrd="0" presId="urn:microsoft.com/office/officeart/2005/8/layout/hChevron3"/>
    <dgm:cxn modelId="{212A2130-85F6-4395-AA3E-C038B6DFA774}" type="presOf" srcId="{596FC794-3588-477D-86C5-771572692518}" destId="{A02B7A33-F357-4899-B230-BC024AD3B6E2}" srcOrd="0" destOrd="0" presId="urn:microsoft.com/office/officeart/2005/8/layout/hChevron3"/>
    <dgm:cxn modelId="{BCE22D40-3F24-45FA-9BCA-150221A75F6F}" srcId="{201DCE5B-E41E-4381-A9D1-4EB6443D74BC}" destId="{3BB378DC-CF03-4E68-B988-AA8F6EF9287E}" srcOrd="3" destOrd="0" parTransId="{3364B6CE-A665-4DD1-A46E-D69F022EE8A0}" sibTransId="{B0EFB71B-11F0-4CB7-8AF1-30C6EE5E07FF}"/>
    <dgm:cxn modelId="{BA599F61-18C4-48B4-B969-8609BC5B13CD}" type="presOf" srcId="{201DCE5B-E41E-4381-A9D1-4EB6443D74BC}" destId="{180449B1-7B7F-4DF7-8BEF-B85CCE6EEC98}" srcOrd="0" destOrd="0" presId="urn:microsoft.com/office/officeart/2005/8/layout/hChevron3"/>
    <dgm:cxn modelId="{CEDC7644-81BD-4416-BBA3-CFAA0C94F9C6}" srcId="{201DCE5B-E41E-4381-A9D1-4EB6443D74BC}" destId="{8F12749F-E85E-45E9-B191-F62E01957B02}" srcOrd="2" destOrd="0" parTransId="{55BC2DBF-AAD9-4F35-9302-B503D2368BCA}" sibTransId="{342F8E10-85BC-4563-837F-302BD8FE3DB0}"/>
    <dgm:cxn modelId="{CD2CD682-114B-4662-A8ED-514E3DA2C89A}" srcId="{201DCE5B-E41E-4381-A9D1-4EB6443D74BC}" destId="{95A29473-916B-4EB4-8344-E6C61B4803CC}" srcOrd="1" destOrd="0" parTransId="{2160DF90-A13B-4DFD-ACC8-02E269F133E9}" sibTransId="{56416F30-C156-4346-99A5-3A3519207B39}"/>
    <dgm:cxn modelId="{EF3D3E8D-6D10-4D86-BFA0-CC2B2AFB917A}" type="presOf" srcId="{3BB378DC-CF03-4E68-B988-AA8F6EF9287E}" destId="{AD51FA8E-C9A7-4FC2-87DF-C69E39B7F171}" srcOrd="0" destOrd="0" presId="urn:microsoft.com/office/officeart/2005/8/layout/hChevron3"/>
    <dgm:cxn modelId="{D89017A7-2E30-4834-B5FA-0EC7675A3564}" type="presOf" srcId="{9D984EA3-8CD6-4468-9ADF-40A1F07F5AE2}" destId="{02EF3EE8-AC3D-4271-82E3-1EA6B3CB44B5}" srcOrd="0" destOrd="0" presId="urn:microsoft.com/office/officeart/2005/8/layout/hChevron3"/>
    <dgm:cxn modelId="{66F35CAB-F89C-40A3-AA27-F4D8F09D0F12}" srcId="{201DCE5B-E41E-4381-A9D1-4EB6443D74BC}" destId="{BB4164A3-6B84-45F2-BFC6-412D9731116D}" srcOrd="6" destOrd="0" parTransId="{22A0AB91-FC2E-40F0-AA6E-CA1986B0C3B9}" sibTransId="{6AB04BEA-97EF-4BFC-A18C-A365EB2D28A2}"/>
    <dgm:cxn modelId="{A9F674AF-B897-48E3-A8F1-049216336B91}" srcId="{201DCE5B-E41E-4381-A9D1-4EB6443D74BC}" destId="{9D984EA3-8CD6-4468-9ADF-40A1F07F5AE2}" srcOrd="4" destOrd="0" parTransId="{F3836FF5-DB26-4F51-B0DD-20D81CD4F56D}" sibTransId="{26894176-0DC2-40D1-8E97-C27D3BD2AFAE}"/>
    <dgm:cxn modelId="{ACA5A3D5-6BBD-406A-9960-156255AC0465}" type="presOf" srcId="{BB4164A3-6B84-45F2-BFC6-412D9731116D}" destId="{11DDB493-F5F2-43BA-BE0A-C9255276504D}" srcOrd="0" destOrd="0" presId="urn:microsoft.com/office/officeart/2005/8/layout/hChevron3"/>
    <dgm:cxn modelId="{B87AD3DE-AEF2-47D7-B5FC-FF5B1A6461D8}" srcId="{201DCE5B-E41E-4381-A9D1-4EB6443D74BC}" destId="{596FC794-3588-477D-86C5-771572692518}" srcOrd="5" destOrd="0" parTransId="{0FF0704C-97F9-47BB-A4CA-EF90E9F2DC49}" sibTransId="{B79AFA4F-DA73-4E63-868B-068B22DB52B7}"/>
    <dgm:cxn modelId="{603F10ED-65A8-4CBB-A7E6-B2A41432C8DE}" srcId="{201DCE5B-E41E-4381-A9D1-4EB6443D74BC}" destId="{8CD2970C-16CA-4E54-99FE-AB21C43B87E4}" srcOrd="0" destOrd="0" parTransId="{F5ECB88C-AA8C-49C7-BBE9-B2B123A3E1F8}" sibTransId="{D9CF5366-074C-4634-8789-B88AB7770889}"/>
    <dgm:cxn modelId="{47114DF3-68F5-4C21-A828-C62519763E4A}" type="presOf" srcId="{8F12749F-E85E-45E9-B191-F62E01957B02}" destId="{5672AB44-42CF-4C57-B4E5-DAF2B4EDF1AF}" srcOrd="0" destOrd="0" presId="urn:microsoft.com/office/officeart/2005/8/layout/hChevron3"/>
    <dgm:cxn modelId="{FB016E9E-5953-41A4-A70F-05C9079240F1}" type="presParOf" srcId="{180449B1-7B7F-4DF7-8BEF-B85CCE6EEC98}" destId="{9F5ED05F-0FAB-4BAD-A945-397C0017C5A1}" srcOrd="0" destOrd="0" presId="urn:microsoft.com/office/officeart/2005/8/layout/hChevron3"/>
    <dgm:cxn modelId="{50394061-72D4-44BF-A315-F6815A113161}" type="presParOf" srcId="{180449B1-7B7F-4DF7-8BEF-B85CCE6EEC98}" destId="{22D83BFB-1931-431C-993F-0C09FC70CD95}" srcOrd="1" destOrd="0" presId="urn:microsoft.com/office/officeart/2005/8/layout/hChevron3"/>
    <dgm:cxn modelId="{B9C4BACB-B011-48CC-9022-7693B68D1CBF}" type="presParOf" srcId="{180449B1-7B7F-4DF7-8BEF-B85CCE6EEC98}" destId="{F1A62987-598E-4B8E-87A3-DF7EA1C40A49}" srcOrd="2" destOrd="0" presId="urn:microsoft.com/office/officeart/2005/8/layout/hChevron3"/>
    <dgm:cxn modelId="{1EF1F2F7-9EBE-4BF5-88F6-DE1C3C8002DE}" type="presParOf" srcId="{180449B1-7B7F-4DF7-8BEF-B85CCE6EEC98}" destId="{63010228-C0B1-4B1B-A9DC-CD87F138A0C4}" srcOrd="3" destOrd="0" presId="urn:microsoft.com/office/officeart/2005/8/layout/hChevron3"/>
    <dgm:cxn modelId="{4B16C462-EE9C-4889-8F55-43EF70C97A2F}" type="presParOf" srcId="{180449B1-7B7F-4DF7-8BEF-B85CCE6EEC98}" destId="{5672AB44-42CF-4C57-B4E5-DAF2B4EDF1AF}" srcOrd="4" destOrd="0" presId="urn:microsoft.com/office/officeart/2005/8/layout/hChevron3"/>
    <dgm:cxn modelId="{C60BF1E4-F6E6-49DB-A1AE-8CC5A0FAD25D}" type="presParOf" srcId="{180449B1-7B7F-4DF7-8BEF-B85CCE6EEC98}" destId="{A32D9F33-8AAE-42C1-AC8F-7762A285E84E}" srcOrd="5" destOrd="0" presId="urn:microsoft.com/office/officeart/2005/8/layout/hChevron3"/>
    <dgm:cxn modelId="{D087C2BB-CDE6-44C2-87AC-88333BE37156}" type="presParOf" srcId="{180449B1-7B7F-4DF7-8BEF-B85CCE6EEC98}" destId="{AD51FA8E-C9A7-4FC2-87DF-C69E39B7F171}" srcOrd="6" destOrd="0" presId="urn:microsoft.com/office/officeart/2005/8/layout/hChevron3"/>
    <dgm:cxn modelId="{2269354F-DAEB-48B4-BDD5-56468CDC48AB}" type="presParOf" srcId="{180449B1-7B7F-4DF7-8BEF-B85CCE6EEC98}" destId="{2B7E8F52-F1B8-40BF-BC90-B00939F1ADCF}" srcOrd="7" destOrd="0" presId="urn:microsoft.com/office/officeart/2005/8/layout/hChevron3"/>
    <dgm:cxn modelId="{7E3248CB-A078-43F4-97C7-93297AE40D1A}" type="presParOf" srcId="{180449B1-7B7F-4DF7-8BEF-B85CCE6EEC98}" destId="{02EF3EE8-AC3D-4271-82E3-1EA6B3CB44B5}" srcOrd="8" destOrd="0" presId="urn:microsoft.com/office/officeart/2005/8/layout/hChevron3"/>
    <dgm:cxn modelId="{2815778F-E116-4347-8418-D9524822797C}" type="presParOf" srcId="{180449B1-7B7F-4DF7-8BEF-B85CCE6EEC98}" destId="{B90A1BBC-1789-4860-9608-BABF42D1ACDF}" srcOrd="9" destOrd="0" presId="urn:microsoft.com/office/officeart/2005/8/layout/hChevron3"/>
    <dgm:cxn modelId="{792D3631-3847-44C1-BC1A-B681B0E94DF2}" type="presParOf" srcId="{180449B1-7B7F-4DF7-8BEF-B85CCE6EEC98}" destId="{A02B7A33-F357-4899-B230-BC024AD3B6E2}" srcOrd="10" destOrd="0" presId="urn:microsoft.com/office/officeart/2005/8/layout/hChevron3"/>
    <dgm:cxn modelId="{CC28C305-769A-4FD9-8A4C-53676AA421AD}" type="presParOf" srcId="{180449B1-7B7F-4DF7-8BEF-B85CCE6EEC98}" destId="{64BFC651-215D-4AEC-A95F-AE040E1326B9}" srcOrd="11" destOrd="0" presId="urn:microsoft.com/office/officeart/2005/8/layout/hChevron3"/>
    <dgm:cxn modelId="{895566D4-E37D-4B67-9C4F-3149E4DB03FB}" type="presParOf" srcId="{180449B1-7B7F-4DF7-8BEF-B85CCE6EEC98}" destId="{11DDB493-F5F2-43BA-BE0A-C9255276504D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5C55B2A-C315-44A7-A158-475E8E0F59A9}" type="doc">
      <dgm:prSet loTypeId="urn:diagrams.loki3.com/VaryingWidth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507A9E2-8CEC-4111-9B69-E7B2D38A40CF}">
      <dgm:prSet phldrT="[Text]" phldr="0" custT="1"/>
      <dgm:spPr/>
      <dgm:t>
        <a:bodyPr vert="vert270"/>
        <a:lstStyle/>
        <a:p>
          <a:r>
            <a:rPr lang="en-US" sz="1000" b="1">
              <a:latin typeface="Kanit Light"/>
            </a:rPr>
            <a:t>Normal Outbound Order</a:t>
          </a:r>
        </a:p>
      </dgm:t>
    </dgm:pt>
    <dgm:pt modelId="{A8317ED6-8151-4788-A3B0-9B0FBF056742}" type="sibTrans" cxnId="{23A7F4CC-839D-4AE8-92A2-04014254AE3C}">
      <dgm:prSet/>
      <dgm:spPr/>
      <dgm:t>
        <a:bodyPr/>
        <a:lstStyle/>
        <a:p>
          <a:endParaRPr lang="en-US" sz="1000"/>
        </a:p>
      </dgm:t>
    </dgm:pt>
    <dgm:pt modelId="{662428A5-5E55-47F5-B0DD-B55C23DB7F87}" type="parTrans" cxnId="{23A7F4CC-839D-4AE8-92A2-04014254AE3C}">
      <dgm:prSet/>
      <dgm:spPr/>
      <dgm:t>
        <a:bodyPr/>
        <a:lstStyle/>
        <a:p>
          <a:endParaRPr lang="en-US" sz="1000"/>
        </a:p>
      </dgm:t>
    </dgm:pt>
    <dgm:pt modelId="{8941420E-4F35-464A-866A-34FAD4243958}">
      <dgm:prSet phldrT="[Text]" phldr="0" custT="1"/>
      <dgm:spPr/>
      <dgm:t>
        <a:bodyPr vert="vert270"/>
        <a:lstStyle/>
        <a:p>
          <a:r>
            <a:rPr lang="en-US" sz="1000" b="1">
              <a:latin typeface="Kanit Light"/>
            </a:rPr>
            <a:t>Cross Dock Inbound </a:t>
          </a:r>
          <a:r>
            <a:rPr lang="en-US" sz="800" b="1">
              <a:latin typeface="Kanit Light"/>
            </a:rPr>
            <a:t>Order</a:t>
          </a:r>
          <a:r>
            <a:rPr lang="en-US" sz="1000" b="1">
              <a:latin typeface="Kanit Light"/>
            </a:rPr>
            <a:t> (CIO)</a:t>
          </a:r>
        </a:p>
      </dgm:t>
    </dgm:pt>
    <dgm:pt modelId="{EFEC4808-69C1-4628-8C26-76E7FE5F312E}" type="parTrans" cxnId="{19FEDB08-BE16-4277-B534-356A73E76275}">
      <dgm:prSet/>
      <dgm:spPr/>
      <dgm:t>
        <a:bodyPr/>
        <a:lstStyle/>
        <a:p>
          <a:endParaRPr lang="en-US" sz="1000"/>
        </a:p>
      </dgm:t>
    </dgm:pt>
    <dgm:pt modelId="{5C569AF5-02D4-4F75-82FA-52F0DFA84B9A}" type="sibTrans" cxnId="{19FEDB08-BE16-4277-B534-356A73E76275}">
      <dgm:prSet/>
      <dgm:spPr/>
      <dgm:t>
        <a:bodyPr/>
        <a:lstStyle/>
        <a:p>
          <a:endParaRPr lang="en-US" sz="1000"/>
        </a:p>
      </dgm:t>
    </dgm:pt>
    <dgm:pt modelId="{BB0FE7AE-4A5A-CB44-825C-0807BC9F658C}">
      <dgm:prSet custT="1"/>
      <dgm:spPr/>
      <dgm:t>
        <a:bodyPr spcFirstLastPara="0" vert="vert270" wrap="square" lIns="25400" tIns="25400" rIns="25400" bIns="2540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ea typeface="+mn-ea"/>
              <a:cs typeface="ThaiBev Sans New"/>
            </a:rPr>
            <a:t>Cross Dock Outbound Order (COO)</a:t>
          </a:r>
          <a:endParaRPr lang="th-TH" sz="800" b="1" kern="1200">
            <a:ea typeface="+mn-ea"/>
            <a:cs typeface="ThaiBev Sans New"/>
          </a:endParaRPr>
        </a:p>
      </dgm:t>
    </dgm:pt>
    <dgm:pt modelId="{41C52E20-ACC9-D64A-8B70-943F66B3EAE3}" type="parTrans" cxnId="{CA9C0EE2-D21E-D04F-AE36-121F17F872D8}">
      <dgm:prSet/>
      <dgm:spPr/>
      <dgm:t>
        <a:bodyPr/>
        <a:lstStyle/>
        <a:p>
          <a:endParaRPr lang="th-TH" sz="1000"/>
        </a:p>
      </dgm:t>
    </dgm:pt>
    <dgm:pt modelId="{CAC05FA2-4FBD-0C4B-B0CA-6B88B98180DA}" type="sibTrans" cxnId="{CA9C0EE2-D21E-D04F-AE36-121F17F872D8}">
      <dgm:prSet/>
      <dgm:spPr/>
      <dgm:t>
        <a:bodyPr/>
        <a:lstStyle/>
        <a:p>
          <a:endParaRPr lang="th-TH" sz="1000"/>
        </a:p>
      </dgm:t>
    </dgm:pt>
    <dgm:pt modelId="{3FCEDFF0-A506-4352-8A44-AE60329310FC}" type="pres">
      <dgm:prSet presAssocID="{E5C55B2A-C315-44A7-A158-475E8E0F59A9}" presName="Name0" presStyleCnt="0">
        <dgm:presLayoutVars>
          <dgm:resizeHandles/>
        </dgm:presLayoutVars>
      </dgm:prSet>
      <dgm:spPr/>
    </dgm:pt>
    <dgm:pt modelId="{8355E1DC-92FE-43BF-9E9C-4EC19DDB810E}" type="pres">
      <dgm:prSet presAssocID="{A507A9E2-8CEC-4111-9B69-E7B2D38A40CF}" presName="text" presStyleLbl="node1" presStyleIdx="0" presStyleCnt="3">
        <dgm:presLayoutVars>
          <dgm:bulletEnabled val="1"/>
        </dgm:presLayoutVars>
      </dgm:prSet>
      <dgm:spPr/>
    </dgm:pt>
    <dgm:pt modelId="{99A306D5-12F4-4843-9A3D-3BAFC76E304C}" type="pres">
      <dgm:prSet presAssocID="{A8317ED6-8151-4788-A3B0-9B0FBF056742}" presName="space" presStyleCnt="0"/>
      <dgm:spPr/>
    </dgm:pt>
    <dgm:pt modelId="{4BFFF31D-2151-41AC-8335-7ED8328F45E7}" type="pres">
      <dgm:prSet presAssocID="{8941420E-4F35-464A-866A-34FAD4243958}" presName="text" presStyleLbl="node1" presStyleIdx="1" presStyleCnt="3" custLinFactY="266" custLinFactNeighborX="-549" custLinFactNeighborY="100000">
        <dgm:presLayoutVars>
          <dgm:bulletEnabled val="1"/>
        </dgm:presLayoutVars>
      </dgm:prSet>
      <dgm:spPr/>
    </dgm:pt>
    <dgm:pt modelId="{29C121BE-99BA-754F-9596-E6336C639F55}" type="pres">
      <dgm:prSet presAssocID="{5C569AF5-02D4-4F75-82FA-52F0DFA84B9A}" presName="space" presStyleCnt="0"/>
      <dgm:spPr/>
    </dgm:pt>
    <dgm:pt modelId="{79928061-A384-7D47-8E1E-BA94EA4BDD20}" type="pres">
      <dgm:prSet presAssocID="{BB0FE7AE-4A5A-CB44-825C-0807BC9F658C}" presName="text" presStyleLbl="node1" presStyleIdx="2" presStyleCnt="3">
        <dgm:presLayoutVars>
          <dgm:bulletEnabled val="1"/>
        </dgm:presLayoutVars>
      </dgm:prSet>
      <dgm:spPr>
        <a:xfrm>
          <a:off x="0" y="2654132"/>
          <a:ext cx="403465" cy="1262961"/>
        </a:xfrm>
        <a:prstGeom prst="rect">
          <a:avLst/>
        </a:prstGeom>
      </dgm:spPr>
    </dgm:pt>
  </dgm:ptLst>
  <dgm:cxnLst>
    <dgm:cxn modelId="{19FEDB08-BE16-4277-B534-356A73E76275}" srcId="{E5C55B2A-C315-44A7-A158-475E8E0F59A9}" destId="{8941420E-4F35-464A-866A-34FAD4243958}" srcOrd="1" destOrd="0" parTransId="{EFEC4808-69C1-4628-8C26-76E7FE5F312E}" sibTransId="{5C569AF5-02D4-4F75-82FA-52F0DFA84B9A}"/>
    <dgm:cxn modelId="{E61DD59C-DBC8-0B44-821D-BCEFD43B0FFA}" type="presOf" srcId="{8941420E-4F35-464A-866A-34FAD4243958}" destId="{4BFFF31D-2151-41AC-8335-7ED8328F45E7}" srcOrd="0" destOrd="0" presId="urn:diagrams.loki3.com/VaryingWidthList"/>
    <dgm:cxn modelId="{5F0959B0-7247-6043-A13E-62C0FB671A40}" type="presOf" srcId="{A507A9E2-8CEC-4111-9B69-E7B2D38A40CF}" destId="{8355E1DC-92FE-43BF-9E9C-4EC19DDB810E}" srcOrd="0" destOrd="0" presId="urn:diagrams.loki3.com/VaryingWidthList"/>
    <dgm:cxn modelId="{3AA79CB1-DAE9-49DD-9DB9-48944467FA89}" type="presOf" srcId="{E5C55B2A-C315-44A7-A158-475E8E0F59A9}" destId="{3FCEDFF0-A506-4352-8A44-AE60329310FC}" srcOrd="0" destOrd="0" presId="urn:diagrams.loki3.com/VaryingWidthList"/>
    <dgm:cxn modelId="{007B18B4-C604-924A-A3A5-996C1641DC21}" type="presOf" srcId="{BB0FE7AE-4A5A-CB44-825C-0807BC9F658C}" destId="{79928061-A384-7D47-8E1E-BA94EA4BDD20}" srcOrd="0" destOrd="0" presId="urn:diagrams.loki3.com/VaryingWidthList"/>
    <dgm:cxn modelId="{23A7F4CC-839D-4AE8-92A2-04014254AE3C}" srcId="{E5C55B2A-C315-44A7-A158-475E8E0F59A9}" destId="{A507A9E2-8CEC-4111-9B69-E7B2D38A40CF}" srcOrd="0" destOrd="0" parTransId="{662428A5-5E55-47F5-B0DD-B55C23DB7F87}" sibTransId="{A8317ED6-8151-4788-A3B0-9B0FBF056742}"/>
    <dgm:cxn modelId="{CA9C0EE2-D21E-D04F-AE36-121F17F872D8}" srcId="{E5C55B2A-C315-44A7-A158-475E8E0F59A9}" destId="{BB0FE7AE-4A5A-CB44-825C-0807BC9F658C}" srcOrd="2" destOrd="0" parTransId="{41C52E20-ACC9-D64A-8B70-943F66B3EAE3}" sibTransId="{CAC05FA2-4FBD-0C4B-B0CA-6B88B98180DA}"/>
    <dgm:cxn modelId="{748CE3B0-700F-9042-9EA4-DB05BD30FC46}" type="presParOf" srcId="{3FCEDFF0-A506-4352-8A44-AE60329310FC}" destId="{8355E1DC-92FE-43BF-9E9C-4EC19DDB810E}" srcOrd="0" destOrd="0" presId="urn:diagrams.loki3.com/VaryingWidthList"/>
    <dgm:cxn modelId="{8078DC50-EB8A-BD47-9DA6-2844D9A357FA}" type="presParOf" srcId="{3FCEDFF0-A506-4352-8A44-AE60329310FC}" destId="{99A306D5-12F4-4843-9A3D-3BAFC76E304C}" srcOrd="1" destOrd="0" presId="urn:diagrams.loki3.com/VaryingWidthList"/>
    <dgm:cxn modelId="{D26307C6-34DE-1D44-A6D1-E0640D723E67}" type="presParOf" srcId="{3FCEDFF0-A506-4352-8A44-AE60329310FC}" destId="{4BFFF31D-2151-41AC-8335-7ED8328F45E7}" srcOrd="2" destOrd="0" presId="urn:diagrams.loki3.com/VaryingWidthList"/>
    <dgm:cxn modelId="{ACAB5F18-8776-E647-88E3-32838B9B4D68}" type="presParOf" srcId="{3FCEDFF0-A506-4352-8A44-AE60329310FC}" destId="{29C121BE-99BA-754F-9596-E6336C639F55}" srcOrd="3" destOrd="0" presId="urn:diagrams.loki3.com/VaryingWidthList"/>
    <dgm:cxn modelId="{E8C47B07-74FC-9844-917F-4560507EB0C9}" type="presParOf" srcId="{3FCEDFF0-A506-4352-8A44-AE60329310FC}" destId="{79928061-A384-7D47-8E1E-BA94EA4BDD20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2BBB35A-B8DD-42A0-9970-2006287751D4}" type="doc">
      <dgm:prSet loTypeId="urn:microsoft.com/office/officeart/2005/8/layout/hChevron3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C92F4A2-F95E-45F4-8A50-EFB26B4E510F}">
      <dgm:prSet custT="1"/>
      <dgm:spPr>
        <a:solidFill>
          <a:srgbClr val="0070C0"/>
        </a:solidFill>
      </dgm:spPr>
      <dgm:t>
        <a:bodyPr/>
        <a:lstStyle/>
        <a:p>
          <a:r>
            <a:rPr lang="en-US" sz="1400" b="1">
              <a:latin typeface="+mj-lt"/>
            </a:rPr>
            <a:t>Customer</a:t>
          </a:r>
        </a:p>
      </dgm:t>
    </dgm:pt>
    <dgm:pt modelId="{488A98A8-099B-4053-A92A-9A1D8E2C2F70}" type="parTrans" cxnId="{C37CFEEC-F026-483A-8AFD-4C2B5ACB844F}">
      <dgm:prSet/>
      <dgm:spPr/>
      <dgm:t>
        <a:bodyPr/>
        <a:lstStyle/>
        <a:p>
          <a:endParaRPr lang="en-US" sz="1400" b="1">
            <a:latin typeface="+mj-lt"/>
          </a:endParaRPr>
        </a:p>
      </dgm:t>
    </dgm:pt>
    <dgm:pt modelId="{60CED28E-2854-48EC-BD5B-1C60E4B25292}" type="sibTrans" cxnId="{C37CFEEC-F026-483A-8AFD-4C2B5ACB844F}">
      <dgm:prSet/>
      <dgm:spPr/>
      <dgm:t>
        <a:bodyPr/>
        <a:lstStyle/>
        <a:p>
          <a:endParaRPr lang="en-US" sz="1400" b="1">
            <a:latin typeface="+mj-lt"/>
          </a:endParaRPr>
        </a:p>
      </dgm:t>
    </dgm:pt>
    <dgm:pt modelId="{5016B149-5FCD-4006-AB93-43EA8E3555C7}">
      <dgm:prSet custT="1"/>
      <dgm:spPr>
        <a:solidFill>
          <a:srgbClr val="006666"/>
        </a:solidFill>
      </dgm:spPr>
      <dgm:t>
        <a:bodyPr/>
        <a:lstStyle/>
        <a:p>
          <a:r>
            <a:rPr lang="en-US" sz="1400" b="1">
              <a:latin typeface="+mj-lt"/>
            </a:rPr>
            <a:t>Customer Service/Planner</a:t>
          </a:r>
        </a:p>
      </dgm:t>
    </dgm:pt>
    <dgm:pt modelId="{DB81AEAE-80AD-490B-A790-737242AC5170}" type="parTrans" cxnId="{85179EEF-E1B6-408C-83AB-BDA5C06DE632}">
      <dgm:prSet/>
      <dgm:spPr/>
      <dgm:t>
        <a:bodyPr/>
        <a:lstStyle/>
        <a:p>
          <a:endParaRPr lang="en-US" sz="1400" b="1">
            <a:latin typeface="+mj-lt"/>
          </a:endParaRPr>
        </a:p>
      </dgm:t>
    </dgm:pt>
    <dgm:pt modelId="{842E5473-F140-4690-801E-8D1069C0DE30}" type="sibTrans" cxnId="{85179EEF-E1B6-408C-83AB-BDA5C06DE632}">
      <dgm:prSet/>
      <dgm:spPr/>
      <dgm:t>
        <a:bodyPr/>
        <a:lstStyle/>
        <a:p>
          <a:endParaRPr lang="en-US" sz="1400" b="1">
            <a:latin typeface="+mj-lt"/>
          </a:endParaRPr>
        </a:p>
      </dgm:t>
    </dgm:pt>
    <dgm:pt modelId="{E91ED7C8-1645-4A7E-BC1B-3B314F4281CB}">
      <dgm:prSet custT="1"/>
      <dgm:spPr>
        <a:solidFill>
          <a:srgbClr val="800080"/>
        </a:solidFill>
      </dgm:spPr>
      <dgm:t>
        <a:bodyPr/>
        <a:lstStyle/>
        <a:p>
          <a:r>
            <a:rPr lang="en-US" sz="1400" b="1">
              <a:latin typeface="+mj-lt"/>
            </a:rPr>
            <a:t>Operation</a:t>
          </a:r>
        </a:p>
      </dgm:t>
    </dgm:pt>
    <dgm:pt modelId="{D9C0C767-4BAD-4F55-9B6E-11DCA524A6A2}" type="parTrans" cxnId="{E194DEA2-6046-4196-AF05-5B7054331B52}">
      <dgm:prSet/>
      <dgm:spPr/>
      <dgm:t>
        <a:bodyPr/>
        <a:lstStyle/>
        <a:p>
          <a:endParaRPr lang="en-US" sz="1400" b="1">
            <a:latin typeface="+mj-lt"/>
          </a:endParaRPr>
        </a:p>
      </dgm:t>
    </dgm:pt>
    <dgm:pt modelId="{09301E12-4498-4FD3-9ABA-1F235A7E0991}" type="sibTrans" cxnId="{E194DEA2-6046-4196-AF05-5B7054331B52}">
      <dgm:prSet/>
      <dgm:spPr/>
      <dgm:t>
        <a:bodyPr/>
        <a:lstStyle/>
        <a:p>
          <a:endParaRPr lang="en-US" sz="1400" b="1">
            <a:latin typeface="+mj-lt"/>
          </a:endParaRPr>
        </a:p>
      </dgm:t>
    </dgm:pt>
    <dgm:pt modelId="{CF290005-9299-441F-9CE2-3C36480167EA}">
      <dgm:prSet custT="1"/>
      <dgm:spPr>
        <a:solidFill>
          <a:srgbClr val="336699"/>
        </a:solidFill>
      </dgm:spPr>
      <dgm:t>
        <a:bodyPr/>
        <a:lstStyle/>
        <a:p>
          <a:r>
            <a:rPr lang="en-US" sz="1400" b="1">
              <a:latin typeface="+mj-lt"/>
            </a:rPr>
            <a:t>Warehouse Operation</a:t>
          </a:r>
        </a:p>
      </dgm:t>
    </dgm:pt>
    <dgm:pt modelId="{556788A9-122A-4DB6-AAC7-E6D9A0B41576}" type="parTrans" cxnId="{A1BAF986-29F4-4F2D-A627-EF38133FD0B3}">
      <dgm:prSet/>
      <dgm:spPr/>
      <dgm:t>
        <a:bodyPr/>
        <a:lstStyle/>
        <a:p>
          <a:endParaRPr lang="en-US" sz="1400" b="1">
            <a:latin typeface="+mj-lt"/>
          </a:endParaRPr>
        </a:p>
      </dgm:t>
    </dgm:pt>
    <dgm:pt modelId="{3A96D5B0-848D-439C-8816-666C3F64D5BE}" type="sibTrans" cxnId="{A1BAF986-29F4-4F2D-A627-EF38133FD0B3}">
      <dgm:prSet/>
      <dgm:spPr/>
      <dgm:t>
        <a:bodyPr/>
        <a:lstStyle/>
        <a:p>
          <a:endParaRPr lang="en-US" sz="1400" b="1">
            <a:latin typeface="+mj-lt"/>
          </a:endParaRPr>
        </a:p>
      </dgm:t>
    </dgm:pt>
    <dgm:pt modelId="{BE8F0E82-89BF-412A-B6C6-77627EAE2CA7}" type="pres">
      <dgm:prSet presAssocID="{82BBB35A-B8DD-42A0-9970-2006287751D4}" presName="Name0" presStyleCnt="0">
        <dgm:presLayoutVars>
          <dgm:dir/>
          <dgm:resizeHandles val="exact"/>
        </dgm:presLayoutVars>
      </dgm:prSet>
      <dgm:spPr/>
    </dgm:pt>
    <dgm:pt modelId="{4B441307-15FF-4F12-9521-F67A8745BD68}" type="pres">
      <dgm:prSet presAssocID="{4C92F4A2-F95E-45F4-8A50-EFB26B4E510F}" presName="parTxOnly" presStyleLbl="node1" presStyleIdx="0" presStyleCnt="4">
        <dgm:presLayoutVars>
          <dgm:bulletEnabled val="1"/>
        </dgm:presLayoutVars>
      </dgm:prSet>
      <dgm:spPr/>
    </dgm:pt>
    <dgm:pt modelId="{2F8BD5D5-B47D-4669-ACDC-AC3F86E72F48}" type="pres">
      <dgm:prSet presAssocID="{60CED28E-2854-48EC-BD5B-1C60E4B25292}" presName="parSpace" presStyleCnt="0"/>
      <dgm:spPr/>
    </dgm:pt>
    <dgm:pt modelId="{7096B61D-B8ED-400B-B030-A8585007F54B}" type="pres">
      <dgm:prSet presAssocID="{5016B149-5FCD-4006-AB93-43EA8E3555C7}" presName="parTxOnly" presStyleLbl="node1" presStyleIdx="1" presStyleCnt="4">
        <dgm:presLayoutVars>
          <dgm:bulletEnabled val="1"/>
        </dgm:presLayoutVars>
      </dgm:prSet>
      <dgm:spPr/>
    </dgm:pt>
    <dgm:pt modelId="{DBB5C70C-AEF8-4616-899A-06E07FCE810A}" type="pres">
      <dgm:prSet presAssocID="{842E5473-F140-4690-801E-8D1069C0DE30}" presName="parSpace" presStyleCnt="0"/>
      <dgm:spPr/>
    </dgm:pt>
    <dgm:pt modelId="{62DB1F33-63F4-4B2B-ADB3-820818A76A7D}" type="pres">
      <dgm:prSet presAssocID="{E91ED7C8-1645-4A7E-BC1B-3B314F4281CB}" presName="parTxOnly" presStyleLbl="node1" presStyleIdx="2" presStyleCnt="4">
        <dgm:presLayoutVars>
          <dgm:bulletEnabled val="1"/>
        </dgm:presLayoutVars>
      </dgm:prSet>
      <dgm:spPr/>
    </dgm:pt>
    <dgm:pt modelId="{05BB697C-39C9-43EF-B089-8CEE626AAAF4}" type="pres">
      <dgm:prSet presAssocID="{09301E12-4498-4FD3-9ABA-1F235A7E0991}" presName="parSpace" presStyleCnt="0"/>
      <dgm:spPr/>
    </dgm:pt>
    <dgm:pt modelId="{504021E7-5D7C-4242-8A52-F1F359EBC55C}" type="pres">
      <dgm:prSet presAssocID="{CF290005-9299-441F-9CE2-3C36480167EA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21DC6C10-EAAF-4BFA-901D-0CB77A054DD3}" type="presOf" srcId="{82BBB35A-B8DD-42A0-9970-2006287751D4}" destId="{BE8F0E82-89BF-412A-B6C6-77627EAE2CA7}" srcOrd="0" destOrd="0" presId="urn:microsoft.com/office/officeart/2005/8/layout/hChevron3"/>
    <dgm:cxn modelId="{CEF5B823-C0A6-40E7-A206-34F4EB299003}" type="presOf" srcId="{4C92F4A2-F95E-45F4-8A50-EFB26B4E510F}" destId="{4B441307-15FF-4F12-9521-F67A8745BD68}" srcOrd="0" destOrd="0" presId="urn:microsoft.com/office/officeart/2005/8/layout/hChevron3"/>
    <dgm:cxn modelId="{AED43869-DA67-4698-93C9-7C1CACB2881B}" type="presOf" srcId="{E91ED7C8-1645-4A7E-BC1B-3B314F4281CB}" destId="{62DB1F33-63F4-4B2B-ADB3-820818A76A7D}" srcOrd="0" destOrd="0" presId="urn:microsoft.com/office/officeart/2005/8/layout/hChevron3"/>
    <dgm:cxn modelId="{7C159986-FA10-4D07-A33F-F8B491DCF0A0}" type="presOf" srcId="{CF290005-9299-441F-9CE2-3C36480167EA}" destId="{504021E7-5D7C-4242-8A52-F1F359EBC55C}" srcOrd="0" destOrd="0" presId="urn:microsoft.com/office/officeart/2005/8/layout/hChevron3"/>
    <dgm:cxn modelId="{A1BAF986-29F4-4F2D-A627-EF38133FD0B3}" srcId="{82BBB35A-B8DD-42A0-9970-2006287751D4}" destId="{CF290005-9299-441F-9CE2-3C36480167EA}" srcOrd="3" destOrd="0" parTransId="{556788A9-122A-4DB6-AAC7-E6D9A0B41576}" sibTransId="{3A96D5B0-848D-439C-8816-666C3F64D5BE}"/>
    <dgm:cxn modelId="{E194DEA2-6046-4196-AF05-5B7054331B52}" srcId="{82BBB35A-B8DD-42A0-9970-2006287751D4}" destId="{E91ED7C8-1645-4A7E-BC1B-3B314F4281CB}" srcOrd="2" destOrd="0" parTransId="{D9C0C767-4BAD-4F55-9B6E-11DCA524A6A2}" sibTransId="{09301E12-4498-4FD3-9ABA-1F235A7E0991}"/>
    <dgm:cxn modelId="{F7E3B4EA-3C94-489B-A204-1653FF602F52}" type="presOf" srcId="{5016B149-5FCD-4006-AB93-43EA8E3555C7}" destId="{7096B61D-B8ED-400B-B030-A8585007F54B}" srcOrd="0" destOrd="0" presId="urn:microsoft.com/office/officeart/2005/8/layout/hChevron3"/>
    <dgm:cxn modelId="{C37CFEEC-F026-483A-8AFD-4C2B5ACB844F}" srcId="{82BBB35A-B8DD-42A0-9970-2006287751D4}" destId="{4C92F4A2-F95E-45F4-8A50-EFB26B4E510F}" srcOrd="0" destOrd="0" parTransId="{488A98A8-099B-4053-A92A-9A1D8E2C2F70}" sibTransId="{60CED28E-2854-48EC-BD5B-1C60E4B25292}"/>
    <dgm:cxn modelId="{85179EEF-E1B6-408C-83AB-BDA5C06DE632}" srcId="{82BBB35A-B8DD-42A0-9970-2006287751D4}" destId="{5016B149-5FCD-4006-AB93-43EA8E3555C7}" srcOrd="1" destOrd="0" parTransId="{DB81AEAE-80AD-490B-A790-737242AC5170}" sibTransId="{842E5473-F140-4690-801E-8D1069C0DE30}"/>
    <dgm:cxn modelId="{D258CDD2-5A39-4BA3-9547-EDE84DE25D4F}" type="presParOf" srcId="{BE8F0E82-89BF-412A-B6C6-77627EAE2CA7}" destId="{4B441307-15FF-4F12-9521-F67A8745BD68}" srcOrd="0" destOrd="0" presId="urn:microsoft.com/office/officeart/2005/8/layout/hChevron3"/>
    <dgm:cxn modelId="{101FEDBB-59EE-45FC-B0D9-9B8EE3A97F7F}" type="presParOf" srcId="{BE8F0E82-89BF-412A-B6C6-77627EAE2CA7}" destId="{2F8BD5D5-B47D-4669-ACDC-AC3F86E72F48}" srcOrd="1" destOrd="0" presId="urn:microsoft.com/office/officeart/2005/8/layout/hChevron3"/>
    <dgm:cxn modelId="{D1F6925C-C28B-4AA1-BC6B-E0FF6AC0A206}" type="presParOf" srcId="{BE8F0E82-89BF-412A-B6C6-77627EAE2CA7}" destId="{7096B61D-B8ED-400B-B030-A8585007F54B}" srcOrd="2" destOrd="0" presId="urn:microsoft.com/office/officeart/2005/8/layout/hChevron3"/>
    <dgm:cxn modelId="{AE8C8E9B-234A-4D4C-A37D-05CAE028DABC}" type="presParOf" srcId="{BE8F0E82-89BF-412A-B6C6-77627EAE2CA7}" destId="{DBB5C70C-AEF8-4616-899A-06E07FCE810A}" srcOrd="3" destOrd="0" presId="urn:microsoft.com/office/officeart/2005/8/layout/hChevron3"/>
    <dgm:cxn modelId="{F92ED7BF-51FF-4F3B-ADF8-4186052F93AE}" type="presParOf" srcId="{BE8F0E82-89BF-412A-B6C6-77627EAE2CA7}" destId="{62DB1F33-63F4-4B2B-ADB3-820818A76A7D}" srcOrd="4" destOrd="0" presId="urn:microsoft.com/office/officeart/2005/8/layout/hChevron3"/>
    <dgm:cxn modelId="{76E164AD-670B-4C92-8EC0-85445546CC2E}" type="presParOf" srcId="{BE8F0E82-89BF-412A-B6C6-77627EAE2CA7}" destId="{05BB697C-39C9-43EF-B089-8CEE626AAAF4}" srcOrd="5" destOrd="0" presId="urn:microsoft.com/office/officeart/2005/8/layout/hChevron3"/>
    <dgm:cxn modelId="{BF859C32-3019-4305-8F3B-019AA173A7E2}" type="presParOf" srcId="{BE8F0E82-89BF-412A-B6C6-77627EAE2CA7}" destId="{504021E7-5D7C-4242-8A52-F1F359EBC55C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5C55B2A-C315-44A7-A158-475E8E0F59A9}" type="doc">
      <dgm:prSet loTypeId="urn:diagrams.loki3.com/VaryingWidth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507A9E2-8CEC-4111-9B69-E7B2D38A40CF}">
      <dgm:prSet phldrT="[Text]" phldr="0" custT="1"/>
      <dgm:spPr/>
      <dgm:t>
        <a:bodyPr vert="vert270"/>
        <a:lstStyle/>
        <a:p>
          <a:r>
            <a:rPr lang="en-US" sz="1400" b="1"/>
            <a:t>Outbound</a:t>
          </a:r>
        </a:p>
      </dgm:t>
    </dgm:pt>
    <dgm:pt modelId="{A8317ED6-8151-4788-A3B0-9B0FBF056742}" type="sibTrans" cxnId="{23A7F4CC-839D-4AE8-92A2-04014254AE3C}">
      <dgm:prSet/>
      <dgm:spPr/>
      <dgm:t>
        <a:bodyPr/>
        <a:lstStyle/>
        <a:p>
          <a:endParaRPr lang="en-US" sz="1400"/>
        </a:p>
      </dgm:t>
    </dgm:pt>
    <dgm:pt modelId="{662428A5-5E55-47F5-B0DD-B55C23DB7F87}" type="parTrans" cxnId="{23A7F4CC-839D-4AE8-92A2-04014254AE3C}">
      <dgm:prSet/>
      <dgm:spPr/>
      <dgm:t>
        <a:bodyPr/>
        <a:lstStyle/>
        <a:p>
          <a:endParaRPr lang="en-US" sz="1400"/>
        </a:p>
      </dgm:t>
    </dgm:pt>
    <dgm:pt modelId="{8941420E-4F35-464A-866A-34FAD4243958}">
      <dgm:prSet phldrT="[Text]" phldr="0" custT="1"/>
      <dgm:spPr/>
      <dgm:t>
        <a:bodyPr vert="vert270"/>
        <a:lstStyle/>
        <a:p>
          <a:r>
            <a:rPr lang="en-US" sz="1400" b="1"/>
            <a:t>Inbound</a:t>
          </a:r>
        </a:p>
      </dgm:t>
    </dgm:pt>
    <dgm:pt modelId="{EFEC4808-69C1-4628-8C26-76E7FE5F312E}" type="parTrans" cxnId="{19FEDB08-BE16-4277-B534-356A73E76275}">
      <dgm:prSet/>
      <dgm:spPr/>
      <dgm:t>
        <a:bodyPr/>
        <a:lstStyle/>
        <a:p>
          <a:endParaRPr lang="en-US" sz="1400"/>
        </a:p>
      </dgm:t>
    </dgm:pt>
    <dgm:pt modelId="{5C569AF5-02D4-4F75-82FA-52F0DFA84B9A}" type="sibTrans" cxnId="{19FEDB08-BE16-4277-B534-356A73E76275}">
      <dgm:prSet/>
      <dgm:spPr/>
      <dgm:t>
        <a:bodyPr/>
        <a:lstStyle/>
        <a:p>
          <a:endParaRPr lang="en-US" sz="1400"/>
        </a:p>
      </dgm:t>
    </dgm:pt>
    <dgm:pt modelId="{3FCEDFF0-A506-4352-8A44-AE60329310FC}" type="pres">
      <dgm:prSet presAssocID="{E5C55B2A-C315-44A7-A158-475E8E0F59A9}" presName="Name0" presStyleCnt="0">
        <dgm:presLayoutVars>
          <dgm:resizeHandles/>
        </dgm:presLayoutVars>
      </dgm:prSet>
      <dgm:spPr/>
    </dgm:pt>
    <dgm:pt modelId="{8355E1DC-92FE-43BF-9E9C-4EC19DDB810E}" type="pres">
      <dgm:prSet presAssocID="{A507A9E2-8CEC-4111-9B69-E7B2D38A40CF}" presName="text" presStyleLbl="node1" presStyleIdx="0" presStyleCnt="2">
        <dgm:presLayoutVars>
          <dgm:bulletEnabled val="1"/>
        </dgm:presLayoutVars>
      </dgm:prSet>
      <dgm:spPr/>
    </dgm:pt>
    <dgm:pt modelId="{99A306D5-12F4-4843-9A3D-3BAFC76E304C}" type="pres">
      <dgm:prSet presAssocID="{A8317ED6-8151-4788-A3B0-9B0FBF056742}" presName="space" presStyleCnt="0"/>
      <dgm:spPr/>
    </dgm:pt>
    <dgm:pt modelId="{4BFFF31D-2151-41AC-8335-7ED8328F45E7}" type="pres">
      <dgm:prSet presAssocID="{8941420E-4F35-464A-866A-34FAD4243958}" presName="text" presStyleLbl="node1" presStyleIdx="1" presStyleCnt="2" custLinFactY="266" custLinFactNeighborX="-549" custLinFactNeighborY="100000">
        <dgm:presLayoutVars>
          <dgm:bulletEnabled val="1"/>
        </dgm:presLayoutVars>
      </dgm:prSet>
      <dgm:spPr/>
    </dgm:pt>
  </dgm:ptLst>
  <dgm:cxnLst>
    <dgm:cxn modelId="{19FEDB08-BE16-4277-B534-356A73E76275}" srcId="{E5C55B2A-C315-44A7-A158-475E8E0F59A9}" destId="{8941420E-4F35-464A-866A-34FAD4243958}" srcOrd="1" destOrd="0" parTransId="{EFEC4808-69C1-4628-8C26-76E7FE5F312E}" sibTransId="{5C569AF5-02D4-4F75-82FA-52F0DFA84B9A}"/>
    <dgm:cxn modelId="{D9E87355-3411-4B0B-9150-2DB416DA6665}" type="presOf" srcId="{A507A9E2-8CEC-4111-9B69-E7B2D38A40CF}" destId="{8355E1DC-92FE-43BF-9E9C-4EC19DDB810E}" srcOrd="0" destOrd="0" presId="urn:diagrams.loki3.com/VaryingWidthList"/>
    <dgm:cxn modelId="{07EB61A0-65ED-4FE8-BA78-04CDCB09AF82}" type="presOf" srcId="{8941420E-4F35-464A-866A-34FAD4243958}" destId="{4BFFF31D-2151-41AC-8335-7ED8328F45E7}" srcOrd="0" destOrd="0" presId="urn:diagrams.loki3.com/VaryingWidthList"/>
    <dgm:cxn modelId="{3AA79CB1-DAE9-49DD-9DB9-48944467FA89}" type="presOf" srcId="{E5C55B2A-C315-44A7-A158-475E8E0F59A9}" destId="{3FCEDFF0-A506-4352-8A44-AE60329310FC}" srcOrd="0" destOrd="0" presId="urn:diagrams.loki3.com/VaryingWidthList"/>
    <dgm:cxn modelId="{23A7F4CC-839D-4AE8-92A2-04014254AE3C}" srcId="{E5C55B2A-C315-44A7-A158-475E8E0F59A9}" destId="{A507A9E2-8CEC-4111-9B69-E7B2D38A40CF}" srcOrd="0" destOrd="0" parTransId="{662428A5-5E55-47F5-B0DD-B55C23DB7F87}" sibTransId="{A8317ED6-8151-4788-A3B0-9B0FBF056742}"/>
    <dgm:cxn modelId="{E8FF1D2D-528E-4015-B8CD-A36F8ED8ABBE}" type="presParOf" srcId="{3FCEDFF0-A506-4352-8A44-AE60329310FC}" destId="{8355E1DC-92FE-43BF-9E9C-4EC19DDB810E}" srcOrd="0" destOrd="0" presId="urn:diagrams.loki3.com/VaryingWidthList"/>
    <dgm:cxn modelId="{5CA0F43C-85F9-45E9-8960-DEC5A8B15FB1}" type="presParOf" srcId="{3FCEDFF0-A506-4352-8A44-AE60329310FC}" destId="{99A306D5-12F4-4843-9A3D-3BAFC76E304C}" srcOrd="1" destOrd="0" presId="urn:diagrams.loki3.com/VaryingWidthList"/>
    <dgm:cxn modelId="{B33ED063-A6FA-4E1D-BA19-EC60766D7F30}" type="presParOf" srcId="{3FCEDFF0-A506-4352-8A44-AE60329310FC}" destId="{4BFFF31D-2151-41AC-8335-7ED8328F45E7}" srcOrd="2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5C55B2A-C315-44A7-A158-475E8E0F59A9}" type="doc">
      <dgm:prSet loTypeId="urn:diagrams.loki3.com/VaryingWidth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FCEDFF0-A506-4352-8A44-AE60329310FC}" type="pres">
      <dgm:prSet presAssocID="{E5C55B2A-C315-44A7-A158-475E8E0F59A9}" presName="Name0" presStyleCnt="0">
        <dgm:presLayoutVars>
          <dgm:resizeHandles/>
        </dgm:presLayoutVars>
      </dgm:prSet>
      <dgm:spPr/>
    </dgm:pt>
  </dgm:ptLst>
  <dgm:cxnLst>
    <dgm:cxn modelId="{3AA79CB1-DAE9-49DD-9DB9-48944467FA89}" type="presOf" srcId="{E5C55B2A-C315-44A7-A158-475E8E0F59A9}" destId="{3FCEDFF0-A506-4352-8A44-AE60329310FC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A0905-64D6-44D0-AC8B-AAA220282DFD}">
      <dsp:nvSpPr>
        <dsp:cNvPr id="0" name=""/>
        <dsp:cNvSpPr/>
      </dsp:nvSpPr>
      <dsp:spPr>
        <a:xfrm>
          <a:off x="1350" y="0"/>
          <a:ext cx="2633279" cy="46967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348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 err="1"/>
            <a:t>ฝ่ายขาย</a:t>
          </a:r>
          <a:endParaRPr lang="en-US" sz="2200" kern="1200" dirty="0"/>
        </a:p>
      </dsp:txBody>
      <dsp:txXfrm>
        <a:off x="1350" y="0"/>
        <a:ext cx="2515860" cy="469678"/>
      </dsp:txXfrm>
    </dsp:sp>
    <dsp:sp modelId="{2701E575-6DC8-4F7E-B126-7019A1B47336}">
      <dsp:nvSpPr>
        <dsp:cNvPr id="0" name=""/>
        <dsp:cNvSpPr/>
      </dsp:nvSpPr>
      <dsp:spPr>
        <a:xfrm>
          <a:off x="2107974" y="0"/>
          <a:ext cx="2633279" cy="46967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Customer </a:t>
          </a:r>
          <a:r>
            <a:rPr lang="en-US" sz="2200" b="1" kern="1200">
              <a:ea typeface="+mn-lt"/>
              <a:cs typeface="+mn-lt"/>
            </a:rPr>
            <a:t>Service</a:t>
          </a:r>
          <a:endParaRPr lang="en-US" sz="2200" kern="1200" dirty="0"/>
        </a:p>
      </dsp:txBody>
      <dsp:txXfrm>
        <a:off x="2342813" y="0"/>
        <a:ext cx="2163601" cy="469678"/>
      </dsp:txXfrm>
    </dsp:sp>
    <dsp:sp modelId="{E67F1258-1ABB-4206-807F-78470E10E575}">
      <dsp:nvSpPr>
        <dsp:cNvPr id="0" name=""/>
        <dsp:cNvSpPr/>
      </dsp:nvSpPr>
      <dsp:spPr>
        <a:xfrm>
          <a:off x="4214597" y="0"/>
          <a:ext cx="2633279" cy="46967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ea typeface="+mn-lt"/>
              <a:cs typeface="+mn-lt"/>
            </a:rPr>
            <a:t>Transport Planner</a:t>
          </a:r>
          <a:endParaRPr lang="en-US" sz="2200" kern="1200" dirty="0"/>
        </a:p>
      </dsp:txBody>
      <dsp:txXfrm>
        <a:off x="4449436" y="0"/>
        <a:ext cx="2163601" cy="469678"/>
      </dsp:txXfrm>
    </dsp:sp>
    <dsp:sp modelId="{C5D5EBAA-D5AD-4CDC-B3FC-3DF447BAFD8A}">
      <dsp:nvSpPr>
        <dsp:cNvPr id="0" name=""/>
        <dsp:cNvSpPr/>
      </dsp:nvSpPr>
      <dsp:spPr>
        <a:xfrm>
          <a:off x="6321221" y="0"/>
          <a:ext cx="2633279" cy="469678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ea typeface="+mn-lt"/>
              <a:cs typeface="+mn-lt"/>
            </a:rPr>
            <a:t>Driver 1</a:t>
          </a:r>
          <a:endParaRPr lang="en-US" sz="2200" kern="1200" dirty="0"/>
        </a:p>
      </dsp:txBody>
      <dsp:txXfrm>
        <a:off x="6556060" y="0"/>
        <a:ext cx="2163601" cy="469678"/>
      </dsp:txXfrm>
    </dsp:sp>
    <dsp:sp modelId="{6727E391-B842-4BEA-BC6A-11D32EAFBBA7}">
      <dsp:nvSpPr>
        <dsp:cNvPr id="0" name=""/>
        <dsp:cNvSpPr/>
      </dsp:nvSpPr>
      <dsp:spPr>
        <a:xfrm>
          <a:off x="8427845" y="0"/>
          <a:ext cx="2633279" cy="469678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ea typeface="+mn-lt"/>
              <a:cs typeface="+mn-lt"/>
            </a:rPr>
            <a:t>WH Inventory</a:t>
          </a:r>
          <a:endParaRPr lang="en-US" sz="2200" kern="1200" dirty="0"/>
        </a:p>
      </dsp:txBody>
      <dsp:txXfrm>
        <a:off x="8662684" y="0"/>
        <a:ext cx="2163601" cy="469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BED19-4BDF-46E8-B355-57DAB81D702A}">
      <dsp:nvSpPr>
        <dsp:cNvPr id="0" name=""/>
        <dsp:cNvSpPr/>
      </dsp:nvSpPr>
      <dsp:spPr>
        <a:xfrm>
          <a:off x="4918" y="0"/>
          <a:ext cx="2863190" cy="48463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HUB Checker</a:t>
          </a:r>
          <a:endParaRPr lang="en-US" sz="2600" kern="1200" dirty="0"/>
        </a:p>
      </dsp:txBody>
      <dsp:txXfrm>
        <a:off x="247234" y="0"/>
        <a:ext cx="2378558" cy="484632"/>
      </dsp:txXfrm>
    </dsp:sp>
    <dsp:sp modelId="{242604F0-9082-4361-9FB9-ABBCB57E4395}">
      <dsp:nvSpPr>
        <dsp:cNvPr id="0" name=""/>
        <dsp:cNvSpPr/>
      </dsp:nvSpPr>
      <dsp:spPr>
        <a:xfrm>
          <a:off x="2581789" y="0"/>
          <a:ext cx="2863190" cy="484632"/>
        </a:xfrm>
        <a:prstGeom prst="chevron">
          <a:avLst/>
        </a:prstGeom>
        <a:solidFill>
          <a:schemeClr val="accent3">
            <a:hueOff val="-927732"/>
            <a:satOff val="3984"/>
            <a:lumOff val="-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chemeClr val="bg1"/>
              </a:solidFill>
              <a:ea typeface="+mn-lt"/>
              <a:cs typeface="+mn-lt"/>
            </a:rPr>
            <a:t>HUB Admin</a:t>
          </a:r>
          <a:endParaRPr lang="en-US" sz="2600" kern="1200" dirty="0">
            <a:solidFill>
              <a:schemeClr val="bg1"/>
            </a:solidFill>
          </a:endParaRPr>
        </a:p>
      </dsp:txBody>
      <dsp:txXfrm>
        <a:off x="2824105" y="0"/>
        <a:ext cx="2378558" cy="484632"/>
      </dsp:txXfrm>
    </dsp:sp>
    <dsp:sp modelId="{E5178225-57CE-4FBB-8B94-2898E703E552}">
      <dsp:nvSpPr>
        <dsp:cNvPr id="0" name=""/>
        <dsp:cNvSpPr/>
      </dsp:nvSpPr>
      <dsp:spPr>
        <a:xfrm>
          <a:off x="5158660" y="0"/>
          <a:ext cx="2863190" cy="484632"/>
        </a:xfrm>
        <a:prstGeom prst="chevron">
          <a:avLst/>
        </a:prstGeom>
        <a:solidFill>
          <a:schemeClr val="accent3">
            <a:hueOff val="-1855464"/>
            <a:satOff val="7968"/>
            <a:lumOff val="-10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chemeClr val="bg1"/>
              </a:solidFill>
              <a:ea typeface="+mn-lt"/>
              <a:cs typeface="+mn-lt"/>
            </a:rPr>
            <a:t>HUB Picker</a:t>
          </a:r>
          <a:endParaRPr lang="en-US" sz="2600" kern="1200" dirty="0">
            <a:solidFill>
              <a:schemeClr val="bg1"/>
            </a:solidFill>
          </a:endParaRPr>
        </a:p>
      </dsp:txBody>
      <dsp:txXfrm>
        <a:off x="5400976" y="0"/>
        <a:ext cx="2378558" cy="484632"/>
      </dsp:txXfrm>
    </dsp:sp>
    <dsp:sp modelId="{AE1500C8-01AB-4354-8257-BDC13C99F609}">
      <dsp:nvSpPr>
        <dsp:cNvPr id="0" name=""/>
        <dsp:cNvSpPr/>
      </dsp:nvSpPr>
      <dsp:spPr>
        <a:xfrm>
          <a:off x="7735532" y="0"/>
          <a:ext cx="2863190" cy="484632"/>
        </a:xfrm>
        <a:prstGeom prst="chevron">
          <a:avLst/>
        </a:prstGeom>
        <a:solidFill>
          <a:schemeClr val="accent3">
            <a:hueOff val="-2783196"/>
            <a:satOff val="11952"/>
            <a:lumOff val="-1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chemeClr val="bg1"/>
              </a:solidFill>
              <a:ea typeface="+mn-lt"/>
              <a:cs typeface="+mn-lt"/>
            </a:rPr>
            <a:t>Driver 2 / Driver3</a:t>
          </a:r>
          <a:endParaRPr lang="en-US" sz="2600" kern="1200" dirty="0">
            <a:solidFill>
              <a:schemeClr val="bg1"/>
            </a:solidFill>
          </a:endParaRPr>
        </a:p>
      </dsp:txBody>
      <dsp:txXfrm>
        <a:off x="7977848" y="0"/>
        <a:ext cx="2378558" cy="4846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ED05F-0FAB-4BAD-A945-397C0017C5A1}">
      <dsp:nvSpPr>
        <dsp:cNvPr id="0" name=""/>
        <dsp:cNvSpPr/>
      </dsp:nvSpPr>
      <dsp:spPr>
        <a:xfrm>
          <a:off x="2429" y="51312"/>
          <a:ext cx="994782" cy="613732"/>
        </a:xfrm>
        <a:prstGeom prst="homePlate">
          <a:avLst/>
        </a:prstGeom>
        <a:solidFill>
          <a:schemeClr val="bg2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Sale System</a:t>
          </a:r>
          <a:endParaRPr lang="en-US" sz="1200" kern="1200"/>
        </a:p>
      </dsp:txBody>
      <dsp:txXfrm>
        <a:off x="2429" y="51312"/>
        <a:ext cx="841349" cy="613732"/>
      </dsp:txXfrm>
    </dsp:sp>
    <dsp:sp modelId="{F1A62987-598E-4B8E-87A3-DF7EA1C40A49}">
      <dsp:nvSpPr>
        <dsp:cNvPr id="0" name=""/>
        <dsp:cNvSpPr/>
      </dsp:nvSpPr>
      <dsp:spPr>
        <a:xfrm>
          <a:off x="690345" y="51312"/>
          <a:ext cx="2097858" cy="613732"/>
        </a:xfrm>
        <a:prstGeom prst="chevron">
          <a:avLst/>
        </a:prstGeom>
        <a:solidFill>
          <a:srgbClr val="8000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LOC System</a:t>
          </a:r>
          <a:endParaRPr lang="en-US" sz="1200" kern="1200"/>
        </a:p>
      </dsp:txBody>
      <dsp:txXfrm>
        <a:off x="997211" y="51312"/>
        <a:ext cx="1484126" cy="613732"/>
      </dsp:txXfrm>
    </dsp:sp>
    <dsp:sp modelId="{5672AB44-42CF-4C57-B4E5-DAF2B4EDF1AF}">
      <dsp:nvSpPr>
        <dsp:cNvPr id="0" name=""/>
        <dsp:cNvSpPr/>
      </dsp:nvSpPr>
      <dsp:spPr>
        <a:xfrm>
          <a:off x="2481338" y="51312"/>
          <a:ext cx="1488054" cy="613732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CERTU System</a:t>
          </a:r>
          <a:endParaRPr lang="en-US" sz="1200" kern="1200"/>
        </a:p>
      </dsp:txBody>
      <dsp:txXfrm>
        <a:off x="2788204" y="51312"/>
        <a:ext cx="874322" cy="613732"/>
      </dsp:txXfrm>
    </dsp:sp>
    <dsp:sp modelId="{AD51FA8E-C9A7-4FC2-87DF-C69E39B7F171}">
      <dsp:nvSpPr>
        <dsp:cNvPr id="0" name=""/>
        <dsp:cNvSpPr/>
      </dsp:nvSpPr>
      <dsp:spPr>
        <a:xfrm>
          <a:off x="3662527" y="51312"/>
          <a:ext cx="1506988" cy="613732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TMS / Plus Transport</a:t>
          </a:r>
          <a:endParaRPr lang="en-US" sz="1200" kern="1200"/>
        </a:p>
      </dsp:txBody>
      <dsp:txXfrm>
        <a:off x="3969393" y="51312"/>
        <a:ext cx="893256" cy="613732"/>
      </dsp:txXfrm>
    </dsp:sp>
    <dsp:sp modelId="{02EF3EE8-AC3D-4271-82E3-1EA6B3CB44B5}">
      <dsp:nvSpPr>
        <dsp:cNvPr id="0" name=""/>
        <dsp:cNvSpPr/>
      </dsp:nvSpPr>
      <dsp:spPr>
        <a:xfrm>
          <a:off x="4862649" y="51312"/>
          <a:ext cx="1534330" cy="613732"/>
        </a:xfrm>
        <a:prstGeom prst="chevron">
          <a:avLst/>
        </a:prstGeom>
        <a:solidFill>
          <a:srgbClr val="66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WMS System</a:t>
          </a:r>
          <a:endParaRPr lang="en-US" sz="1200" kern="1200"/>
        </a:p>
      </dsp:txBody>
      <dsp:txXfrm>
        <a:off x="5169515" y="51312"/>
        <a:ext cx="920598" cy="613732"/>
      </dsp:txXfrm>
    </dsp:sp>
    <dsp:sp modelId="{A02B7A33-F357-4899-B230-BC024AD3B6E2}">
      <dsp:nvSpPr>
        <dsp:cNvPr id="0" name=""/>
        <dsp:cNvSpPr/>
      </dsp:nvSpPr>
      <dsp:spPr>
        <a:xfrm>
          <a:off x="6090113" y="51312"/>
          <a:ext cx="4100175" cy="613732"/>
        </a:xfrm>
        <a:prstGeom prst="chevron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Cross Docking System</a:t>
          </a:r>
          <a:endParaRPr lang="en-US" sz="1200" kern="1200"/>
        </a:p>
      </dsp:txBody>
      <dsp:txXfrm>
        <a:off x="6396979" y="51312"/>
        <a:ext cx="3486443" cy="613732"/>
      </dsp:txXfrm>
    </dsp:sp>
    <dsp:sp modelId="{11DDB493-F5F2-43BA-BE0A-C9255276504D}">
      <dsp:nvSpPr>
        <dsp:cNvPr id="0" name=""/>
        <dsp:cNvSpPr/>
      </dsp:nvSpPr>
      <dsp:spPr>
        <a:xfrm>
          <a:off x="9883422" y="46897"/>
          <a:ext cx="1296739" cy="622563"/>
        </a:xfrm>
        <a:prstGeom prst="chevron">
          <a:avLst/>
        </a:prstGeom>
        <a:solidFill>
          <a:schemeClr val="accent2">
            <a:hueOff val="-3438394"/>
            <a:satOff val="-42342"/>
            <a:lumOff val="256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Dock Management</a:t>
          </a:r>
          <a:endParaRPr lang="en-US" sz="1200" kern="1200"/>
        </a:p>
      </dsp:txBody>
      <dsp:txXfrm>
        <a:off x="10194704" y="46897"/>
        <a:ext cx="674176" cy="6225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5E1DC-92FE-43BF-9E9C-4EC19DDB810E}">
      <dsp:nvSpPr>
        <dsp:cNvPr id="0" name=""/>
        <dsp:cNvSpPr/>
      </dsp:nvSpPr>
      <dsp:spPr>
        <a:xfrm>
          <a:off x="0" y="2499"/>
          <a:ext cx="403465" cy="18139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Kanit Light"/>
            </a:rPr>
            <a:t>Normal Outbound Order</a:t>
          </a:r>
        </a:p>
      </dsp:txBody>
      <dsp:txXfrm>
        <a:off x="0" y="2499"/>
        <a:ext cx="403465" cy="1813957"/>
      </dsp:txXfrm>
    </dsp:sp>
    <dsp:sp modelId="{4BFFF31D-2151-41AC-8335-7ED8328F45E7}">
      <dsp:nvSpPr>
        <dsp:cNvPr id="0" name=""/>
        <dsp:cNvSpPr/>
      </dsp:nvSpPr>
      <dsp:spPr>
        <a:xfrm>
          <a:off x="0" y="1972128"/>
          <a:ext cx="403465" cy="14033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Kanit Light"/>
            </a:rPr>
            <a:t>Cross Dock Inbound </a:t>
          </a:r>
          <a:r>
            <a:rPr lang="en-US" sz="800" b="1" kern="1200">
              <a:latin typeface="Kanit Light"/>
            </a:rPr>
            <a:t>Order</a:t>
          </a:r>
          <a:r>
            <a:rPr lang="en-US" sz="1000" b="1" kern="1200">
              <a:latin typeface="Kanit Light"/>
            </a:rPr>
            <a:t> (CIO)</a:t>
          </a:r>
        </a:p>
      </dsp:txBody>
      <dsp:txXfrm>
        <a:off x="0" y="1972128"/>
        <a:ext cx="403465" cy="1403347"/>
      </dsp:txXfrm>
    </dsp:sp>
    <dsp:sp modelId="{79928061-A384-7D47-8E1E-BA94EA4BDD20}">
      <dsp:nvSpPr>
        <dsp:cNvPr id="0" name=""/>
        <dsp:cNvSpPr/>
      </dsp:nvSpPr>
      <dsp:spPr>
        <a:xfrm>
          <a:off x="0" y="3419836"/>
          <a:ext cx="403465" cy="11825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ea typeface="+mn-ea"/>
              <a:cs typeface="ThaiBev Sans New"/>
            </a:rPr>
            <a:t>Cross Dock Outbound Order (COO)</a:t>
          </a:r>
          <a:endParaRPr lang="th-TH" sz="800" b="1" kern="1200">
            <a:ea typeface="+mn-ea"/>
            <a:cs typeface="ThaiBev Sans New"/>
          </a:endParaRPr>
        </a:p>
      </dsp:txBody>
      <dsp:txXfrm>
        <a:off x="0" y="3419836"/>
        <a:ext cx="403465" cy="11825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69514-A473-4E1F-8BCC-FDA9EADAFA23}">
      <dsp:nvSpPr>
        <dsp:cNvPr id="0" name=""/>
        <dsp:cNvSpPr/>
      </dsp:nvSpPr>
      <dsp:spPr>
        <a:xfrm>
          <a:off x="4533" y="0"/>
          <a:ext cx="3263656" cy="33990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Select &gt; </a:t>
          </a:r>
          <a:r>
            <a:rPr lang="en-US" sz="1400" b="1" kern="1200">
              <a:solidFill>
                <a:schemeClr val="bg1"/>
              </a:solidFill>
            </a:rPr>
            <a:t>Packing</a:t>
          </a:r>
          <a:endParaRPr lang="en-US" sz="1400" kern="1200">
            <a:solidFill>
              <a:schemeClr val="bg1"/>
            </a:solidFill>
          </a:endParaRPr>
        </a:p>
      </dsp:txBody>
      <dsp:txXfrm>
        <a:off x="174485" y="0"/>
        <a:ext cx="2923753" cy="339903"/>
      </dsp:txXfrm>
    </dsp:sp>
    <dsp:sp modelId="{311E7908-6E8F-47B9-AA41-C5827778C2B5}">
      <dsp:nvSpPr>
        <dsp:cNvPr id="0" name=""/>
        <dsp:cNvSpPr/>
      </dsp:nvSpPr>
      <dsp:spPr>
        <a:xfrm>
          <a:off x="2856652" y="0"/>
          <a:ext cx="2892696" cy="33990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Select &gt; </a:t>
          </a:r>
          <a:r>
            <a:rPr lang="en-US" sz="1400" b="1" kern="1200"/>
            <a:t>COO ID</a:t>
          </a:r>
          <a:endParaRPr lang="en-US" sz="1400" kern="1200"/>
        </a:p>
      </dsp:txBody>
      <dsp:txXfrm>
        <a:off x="3026604" y="0"/>
        <a:ext cx="2552793" cy="339903"/>
      </dsp:txXfrm>
    </dsp:sp>
    <dsp:sp modelId="{9DD29B43-3D28-4103-86F8-EDB888399794}">
      <dsp:nvSpPr>
        <dsp:cNvPr id="0" name=""/>
        <dsp:cNvSpPr/>
      </dsp:nvSpPr>
      <dsp:spPr>
        <a:xfrm>
          <a:off x="5365170" y="0"/>
          <a:ext cx="3538934" cy="33990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Select &gt; </a:t>
          </a:r>
          <a:r>
            <a:rPr lang="en-US" sz="1400" b="1" kern="1200"/>
            <a:t>Item </a:t>
          </a:r>
          <a:endParaRPr lang="en-US" sz="1400" kern="1200"/>
        </a:p>
      </dsp:txBody>
      <dsp:txXfrm>
        <a:off x="5535122" y="0"/>
        <a:ext cx="3199031" cy="339903"/>
      </dsp:txXfrm>
    </dsp:sp>
    <dsp:sp modelId="{E2E188DD-FBB6-407D-83E5-344B0DE216CE}">
      <dsp:nvSpPr>
        <dsp:cNvPr id="0" name=""/>
        <dsp:cNvSpPr/>
      </dsp:nvSpPr>
      <dsp:spPr>
        <a:xfrm>
          <a:off x="8469741" y="0"/>
          <a:ext cx="2966197" cy="3399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Click &gt; </a:t>
          </a:r>
          <a:r>
            <a:rPr lang="en-US" sz="1400" b="1" kern="1200"/>
            <a:t>Gen Container</a:t>
          </a:r>
        </a:p>
      </dsp:txBody>
      <dsp:txXfrm>
        <a:off x="8639693" y="0"/>
        <a:ext cx="2626294" cy="3399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69514-A473-4E1F-8BCC-FDA9EADAFA23}">
      <dsp:nvSpPr>
        <dsp:cNvPr id="0" name=""/>
        <dsp:cNvSpPr/>
      </dsp:nvSpPr>
      <dsp:spPr>
        <a:xfrm>
          <a:off x="4533" y="0"/>
          <a:ext cx="3263656" cy="33990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Select &gt; Another I</a:t>
          </a:r>
          <a:r>
            <a:rPr lang="en-US" sz="1400" b="1" kern="1200"/>
            <a:t>tem</a:t>
          </a:r>
          <a:endParaRPr lang="en-US" sz="1400" b="1" kern="1200">
            <a:solidFill>
              <a:schemeClr val="bg1"/>
            </a:solidFill>
          </a:endParaRPr>
        </a:p>
      </dsp:txBody>
      <dsp:txXfrm>
        <a:off x="174485" y="0"/>
        <a:ext cx="2923753" cy="339903"/>
      </dsp:txXfrm>
    </dsp:sp>
    <dsp:sp modelId="{311E7908-6E8F-47B9-AA41-C5827778C2B5}">
      <dsp:nvSpPr>
        <dsp:cNvPr id="0" name=""/>
        <dsp:cNvSpPr/>
      </dsp:nvSpPr>
      <dsp:spPr>
        <a:xfrm>
          <a:off x="2856652" y="0"/>
          <a:ext cx="2892696" cy="33990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Select &gt; </a:t>
          </a:r>
          <a:r>
            <a:rPr lang="en-US" sz="1400" b="1" kern="1200"/>
            <a:t>Gen Container</a:t>
          </a:r>
          <a:endParaRPr lang="en-US" sz="1400" kern="1200"/>
        </a:p>
      </dsp:txBody>
      <dsp:txXfrm>
        <a:off x="3026604" y="0"/>
        <a:ext cx="2552793" cy="339903"/>
      </dsp:txXfrm>
    </dsp:sp>
    <dsp:sp modelId="{9DD29B43-3D28-4103-86F8-EDB888399794}">
      <dsp:nvSpPr>
        <dsp:cNvPr id="0" name=""/>
        <dsp:cNvSpPr/>
      </dsp:nvSpPr>
      <dsp:spPr>
        <a:xfrm>
          <a:off x="5365170" y="0"/>
          <a:ext cx="3538934" cy="33990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Click &gt; </a:t>
          </a:r>
          <a:r>
            <a:rPr lang="en-US" sz="1400" b="1" kern="1200"/>
            <a:t>Confirm </a:t>
          </a:r>
          <a:endParaRPr lang="en-US" sz="1400" kern="1200"/>
        </a:p>
      </dsp:txBody>
      <dsp:txXfrm>
        <a:off x="5535122" y="0"/>
        <a:ext cx="3199031" cy="339903"/>
      </dsp:txXfrm>
    </dsp:sp>
    <dsp:sp modelId="{E2E188DD-FBB6-407D-83E5-344B0DE216CE}">
      <dsp:nvSpPr>
        <dsp:cNvPr id="0" name=""/>
        <dsp:cNvSpPr/>
      </dsp:nvSpPr>
      <dsp:spPr>
        <a:xfrm>
          <a:off x="8469741" y="0"/>
          <a:ext cx="2966197" cy="33990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Status = </a:t>
          </a:r>
          <a:r>
            <a:rPr lang="en-US" sz="1400" b="1" kern="1200"/>
            <a:t>Loading</a:t>
          </a:r>
        </a:p>
      </dsp:txBody>
      <dsp:txXfrm>
        <a:off x="8639693" y="0"/>
        <a:ext cx="2626294" cy="3399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ED05F-0FAB-4BAD-A945-397C0017C5A1}">
      <dsp:nvSpPr>
        <dsp:cNvPr id="0" name=""/>
        <dsp:cNvSpPr/>
      </dsp:nvSpPr>
      <dsp:spPr>
        <a:xfrm>
          <a:off x="2429" y="51312"/>
          <a:ext cx="994782" cy="613732"/>
        </a:xfrm>
        <a:prstGeom prst="homePlate">
          <a:avLst/>
        </a:prstGeom>
        <a:solidFill>
          <a:schemeClr val="bg2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Sale System</a:t>
          </a:r>
          <a:endParaRPr lang="en-US" sz="1200" kern="1200"/>
        </a:p>
      </dsp:txBody>
      <dsp:txXfrm>
        <a:off x="2429" y="51312"/>
        <a:ext cx="841349" cy="613732"/>
      </dsp:txXfrm>
    </dsp:sp>
    <dsp:sp modelId="{F1A62987-598E-4B8E-87A3-DF7EA1C40A49}">
      <dsp:nvSpPr>
        <dsp:cNvPr id="0" name=""/>
        <dsp:cNvSpPr/>
      </dsp:nvSpPr>
      <dsp:spPr>
        <a:xfrm>
          <a:off x="690345" y="51312"/>
          <a:ext cx="2097858" cy="613732"/>
        </a:xfrm>
        <a:prstGeom prst="chevron">
          <a:avLst/>
        </a:prstGeom>
        <a:solidFill>
          <a:srgbClr val="8000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LOC System</a:t>
          </a:r>
          <a:endParaRPr lang="en-US" sz="1200" kern="1200"/>
        </a:p>
      </dsp:txBody>
      <dsp:txXfrm>
        <a:off x="997211" y="51312"/>
        <a:ext cx="1484126" cy="613732"/>
      </dsp:txXfrm>
    </dsp:sp>
    <dsp:sp modelId="{5672AB44-42CF-4C57-B4E5-DAF2B4EDF1AF}">
      <dsp:nvSpPr>
        <dsp:cNvPr id="0" name=""/>
        <dsp:cNvSpPr/>
      </dsp:nvSpPr>
      <dsp:spPr>
        <a:xfrm>
          <a:off x="2481338" y="51312"/>
          <a:ext cx="1488054" cy="613732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CERTU System</a:t>
          </a:r>
          <a:endParaRPr lang="en-US" sz="1200" kern="1200"/>
        </a:p>
      </dsp:txBody>
      <dsp:txXfrm>
        <a:off x="2788204" y="51312"/>
        <a:ext cx="874322" cy="613732"/>
      </dsp:txXfrm>
    </dsp:sp>
    <dsp:sp modelId="{AD51FA8E-C9A7-4FC2-87DF-C69E39B7F171}">
      <dsp:nvSpPr>
        <dsp:cNvPr id="0" name=""/>
        <dsp:cNvSpPr/>
      </dsp:nvSpPr>
      <dsp:spPr>
        <a:xfrm>
          <a:off x="3662527" y="51312"/>
          <a:ext cx="1506988" cy="613732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TMS / Plus Transport</a:t>
          </a:r>
          <a:endParaRPr lang="en-US" sz="1200" kern="1200"/>
        </a:p>
      </dsp:txBody>
      <dsp:txXfrm>
        <a:off x="3969393" y="51312"/>
        <a:ext cx="893256" cy="613732"/>
      </dsp:txXfrm>
    </dsp:sp>
    <dsp:sp modelId="{02EF3EE8-AC3D-4271-82E3-1EA6B3CB44B5}">
      <dsp:nvSpPr>
        <dsp:cNvPr id="0" name=""/>
        <dsp:cNvSpPr/>
      </dsp:nvSpPr>
      <dsp:spPr>
        <a:xfrm>
          <a:off x="4862649" y="51312"/>
          <a:ext cx="1534330" cy="613732"/>
        </a:xfrm>
        <a:prstGeom prst="chevron">
          <a:avLst/>
        </a:prstGeom>
        <a:solidFill>
          <a:srgbClr val="66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WMS System</a:t>
          </a:r>
          <a:endParaRPr lang="en-US" sz="1200" kern="1200"/>
        </a:p>
      </dsp:txBody>
      <dsp:txXfrm>
        <a:off x="5169515" y="51312"/>
        <a:ext cx="920598" cy="613732"/>
      </dsp:txXfrm>
    </dsp:sp>
    <dsp:sp modelId="{A02B7A33-F357-4899-B230-BC024AD3B6E2}">
      <dsp:nvSpPr>
        <dsp:cNvPr id="0" name=""/>
        <dsp:cNvSpPr/>
      </dsp:nvSpPr>
      <dsp:spPr>
        <a:xfrm>
          <a:off x="6090113" y="51312"/>
          <a:ext cx="4100175" cy="613732"/>
        </a:xfrm>
        <a:prstGeom prst="chevron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Cross Docking System</a:t>
          </a:r>
          <a:endParaRPr lang="en-US" sz="1200" kern="1200"/>
        </a:p>
      </dsp:txBody>
      <dsp:txXfrm>
        <a:off x="6396979" y="51312"/>
        <a:ext cx="3486443" cy="613732"/>
      </dsp:txXfrm>
    </dsp:sp>
    <dsp:sp modelId="{11DDB493-F5F2-43BA-BE0A-C9255276504D}">
      <dsp:nvSpPr>
        <dsp:cNvPr id="0" name=""/>
        <dsp:cNvSpPr/>
      </dsp:nvSpPr>
      <dsp:spPr>
        <a:xfrm>
          <a:off x="9883422" y="46897"/>
          <a:ext cx="1296739" cy="622563"/>
        </a:xfrm>
        <a:prstGeom prst="chevron">
          <a:avLst/>
        </a:prstGeom>
        <a:solidFill>
          <a:schemeClr val="accent2">
            <a:hueOff val="-3438394"/>
            <a:satOff val="-42342"/>
            <a:lumOff val="256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Dock Management</a:t>
          </a:r>
          <a:endParaRPr lang="en-US" sz="1200" kern="1200"/>
        </a:p>
      </dsp:txBody>
      <dsp:txXfrm>
        <a:off x="10194704" y="46897"/>
        <a:ext cx="674176" cy="6225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5E1DC-92FE-43BF-9E9C-4EC19DDB810E}">
      <dsp:nvSpPr>
        <dsp:cNvPr id="0" name=""/>
        <dsp:cNvSpPr/>
      </dsp:nvSpPr>
      <dsp:spPr>
        <a:xfrm>
          <a:off x="0" y="215"/>
          <a:ext cx="403465" cy="17702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Kanit Light"/>
            </a:rPr>
            <a:t>Normal Outbound Order</a:t>
          </a:r>
        </a:p>
      </dsp:txBody>
      <dsp:txXfrm>
        <a:off x="0" y="215"/>
        <a:ext cx="403465" cy="1770241"/>
      </dsp:txXfrm>
    </dsp:sp>
    <dsp:sp modelId="{4BFFF31D-2151-41AC-8335-7ED8328F45E7}">
      <dsp:nvSpPr>
        <dsp:cNvPr id="0" name=""/>
        <dsp:cNvSpPr/>
      </dsp:nvSpPr>
      <dsp:spPr>
        <a:xfrm>
          <a:off x="0" y="1952189"/>
          <a:ext cx="403465" cy="13659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Kanit Light"/>
            </a:rPr>
            <a:t>Cross Dock Inbound </a:t>
          </a:r>
          <a:r>
            <a:rPr lang="en-US" sz="800" b="1" kern="1200">
              <a:latin typeface="Kanit Light"/>
            </a:rPr>
            <a:t>Order</a:t>
          </a:r>
          <a:r>
            <a:rPr lang="en-US" sz="1000" b="1" kern="1200">
              <a:latin typeface="Kanit Light"/>
            </a:rPr>
            <a:t> (CIO)</a:t>
          </a:r>
        </a:p>
      </dsp:txBody>
      <dsp:txXfrm>
        <a:off x="0" y="1952189"/>
        <a:ext cx="403465" cy="1365971"/>
      </dsp:txXfrm>
    </dsp:sp>
    <dsp:sp modelId="{79928061-A384-7D47-8E1E-BA94EA4BDD20}">
      <dsp:nvSpPr>
        <dsp:cNvPr id="0" name=""/>
        <dsp:cNvSpPr/>
      </dsp:nvSpPr>
      <dsp:spPr>
        <a:xfrm>
          <a:off x="0" y="3313452"/>
          <a:ext cx="403465" cy="155271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ea typeface="+mn-ea"/>
              <a:cs typeface="ThaiBev Sans New"/>
            </a:rPr>
            <a:t>Cross Dock Outbound Order (COO)</a:t>
          </a:r>
          <a:endParaRPr lang="th-TH" sz="800" b="1" kern="1200">
            <a:ea typeface="+mn-ea"/>
            <a:cs typeface="ThaiBev Sans New"/>
          </a:endParaRPr>
        </a:p>
      </dsp:txBody>
      <dsp:txXfrm>
        <a:off x="0" y="3313452"/>
        <a:ext cx="403465" cy="15527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ED05F-0FAB-4BAD-A945-397C0017C5A1}">
      <dsp:nvSpPr>
        <dsp:cNvPr id="0" name=""/>
        <dsp:cNvSpPr/>
      </dsp:nvSpPr>
      <dsp:spPr>
        <a:xfrm>
          <a:off x="2429" y="51312"/>
          <a:ext cx="994782" cy="613732"/>
        </a:xfrm>
        <a:prstGeom prst="homePlate">
          <a:avLst/>
        </a:prstGeom>
        <a:solidFill>
          <a:schemeClr val="bg2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Sale System</a:t>
          </a:r>
          <a:endParaRPr lang="en-US" sz="1200" kern="1200"/>
        </a:p>
      </dsp:txBody>
      <dsp:txXfrm>
        <a:off x="2429" y="51312"/>
        <a:ext cx="841349" cy="613732"/>
      </dsp:txXfrm>
    </dsp:sp>
    <dsp:sp modelId="{F1A62987-598E-4B8E-87A3-DF7EA1C40A49}">
      <dsp:nvSpPr>
        <dsp:cNvPr id="0" name=""/>
        <dsp:cNvSpPr/>
      </dsp:nvSpPr>
      <dsp:spPr>
        <a:xfrm>
          <a:off x="690345" y="51312"/>
          <a:ext cx="2097858" cy="613732"/>
        </a:xfrm>
        <a:prstGeom prst="chevron">
          <a:avLst/>
        </a:prstGeom>
        <a:solidFill>
          <a:srgbClr val="8000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LOC System</a:t>
          </a:r>
          <a:endParaRPr lang="en-US" sz="1200" kern="1200"/>
        </a:p>
      </dsp:txBody>
      <dsp:txXfrm>
        <a:off x="997211" y="51312"/>
        <a:ext cx="1484126" cy="613732"/>
      </dsp:txXfrm>
    </dsp:sp>
    <dsp:sp modelId="{5672AB44-42CF-4C57-B4E5-DAF2B4EDF1AF}">
      <dsp:nvSpPr>
        <dsp:cNvPr id="0" name=""/>
        <dsp:cNvSpPr/>
      </dsp:nvSpPr>
      <dsp:spPr>
        <a:xfrm>
          <a:off x="2481338" y="51312"/>
          <a:ext cx="1488054" cy="613732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CERTU System</a:t>
          </a:r>
          <a:endParaRPr lang="en-US" sz="1200" kern="1200"/>
        </a:p>
      </dsp:txBody>
      <dsp:txXfrm>
        <a:off x="2788204" y="51312"/>
        <a:ext cx="874322" cy="613732"/>
      </dsp:txXfrm>
    </dsp:sp>
    <dsp:sp modelId="{AD51FA8E-C9A7-4FC2-87DF-C69E39B7F171}">
      <dsp:nvSpPr>
        <dsp:cNvPr id="0" name=""/>
        <dsp:cNvSpPr/>
      </dsp:nvSpPr>
      <dsp:spPr>
        <a:xfrm>
          <a:off x="3662527" y="51312"/>
          <a:ext cx="1506988" cy="613732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TMS / Plus Transport</a:t>
          </a:r>
          <a:endParaRPr lang="en-US" sz="1200" kern="1200"/>
        </a:p>
      </dsp:txBody>
      <dsp:txXfrm>
        <a:off x="3969393" y="51312"/>
        <a:ext cx="893256" cy="613732"/>
      </dsp:txXfrm>
    </dsp:sp>
    <dsp:sp modelId="{02EF3EE8-AC3D-4271-82E3-1EA6B3CB44B5}">
      <dsp:nvSpPr>
        <dsp:cNvPr id="0" name=""/>
        <dsp:cNvSpPr/>
      </dsp:nvSpPr>
      <dsp:spPr>
        <a:xfrm>
          <a:off x="4862649" y="51312"/>
          <a:ext cx="1534330" cy="613732"/>
        </a:xfrm>
        <a:prstGeom prst="chevron">
          <a:avLst/>
        </a:prstGeom>
        <a:solidFill>
          <a:srgbClr val="66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WMS System</a:t>
          </a:r>
          <a:endParaRPr lang="en-US" sz="1200" kern="1200"/>
        </a:p>
      </dsp:txBody>
      <dsp:txXfrm>
        <a:off x="5169515" y="51312"/>
        <a:ext cx="920598" cy="613732"/>
      </dsp:txXfrm>
    </dsp:sp>
    <dsp:sp modelId="{A02B7A33-F357-4899-B230-BC024AD3B6E2}">
      <dsp:nvSpPr>
        <dsp:cNvPr id="0" name=""/>
        <dsp:cNvSpPr/>
      </dsp:nvSpPr>
      <dsp:spPr>
        <a:xfrm>
          <a:off x="6090113" y="51312"/>
          <a:ext cx="4100175" cy="613732"/>
        </a:xfrm>
        <a:prstGeom prst="chevron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Cross Docking System</a:t>
          </a:r>
          <a:endParaRPr lang="en-US" sz="1200" kern="1200"/>
        </a:p>
      </dsp:txBody>
      <dsp:txXfrm>
        <a:off x="6396979" y="51312"/>
        <a:ext cx="3486443" cy="613732"/>
      </dsp:txXfrm>
    </dsp:sp>
    <dsp:sp modelId="{11DDB493-F5F2-43BA-BE0A-C9255276504D}">
      <dsp:nvSpPr>
        <dsp:cNvPr id="0" name=""/>
        <dsp:cNvSpPr/>
      </dsp:nvSpPr>
      <dsp:spPr>
        <a:xfrm>
          <a:off x="9883422" y="46897"/>
          <a:ext cx="1296739" cy="622563"/>
        </a:xfrm>
        <a:prstGeom prst="chevron">
          <a:avLst/>
        </a:prstGeom>
        <a:solidFill>
          <a:schemeClr val="accent2">
            <a:hueOff val="-3438394"/>
            <a:satOff val="-42342"/>
            <a:lumOff val="256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Dock Management</a:t>
          </a:r>
          <a:endParaRPr lang="en-US" sz="1200" kern="1200"/>
        </a:p>
      </dsp:txBody>
      <dsp:txXfrm>
        <a:off x="10194704" y="46897"/>
        <a:ext cx="674176" cy="62256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5E1DC-92FE-43BF-9E9C-4EC19DDB810E}">
      <dsp:nvSpPr>
        <dsp:cNvPr id="0" name=""/>
        <dsp:cNvSpPr/>
      </dsp:nvSpPr>
      <dsp:spPr>
        <a:xfrm>
          <a:off x="0" y="1913"/>
          <a:ext cx="403465" cy="12629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Kanit Light"/>
            </a:rPr>
            <a:t>Normal Outbound Order</a:t>
          </a:r>
        </a:p>
      </dsp:txBody>
      <dsp:txXfrm>
        <a:off x="0" y="1913"/>
        <a:ext cx="403465" cy="1262961"/>
      </dsp:txXfrm>
    </dsp:sp>
    <dsp:sp modelId="{4BFFF31D-2151-41AC-8335-7ED8328F45E7}">
      <dsp:nvSpPr>
        <dsp:cNvPr id="0" name=""/>
        <dsp:cNvSpPr/>
      </dsp:nvSpPr>
      <dsp:spPr>
        <a:xfrm>
          <a:off x="0" y="1394530"/>
          <a:ext cx="403465" cy="126296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Kanit Light"/>
            </a:rPr>
            <a:t>Cross Dock Inbound </a:t>
          </a:r>
          <a:r>
            <a:rPr lang="en-US" sz="800" b="1" kern="1200">
              <a:latin typeface="Kanit Light"/>
            </a:rPr>
            <a:t>Order</a:t>
          </a:r>
          <a:r>
            <a:rPr lang="en-US" sz="1000" b="1" kern="1200">
              <a:latin typeface="Kanit Light"/>
            </a:rPr>
            <a:t> (CIO)</a:t>
          </a:r>
        </a:p>
      </dsp:txBody>
      <dsp:txXfrm>
        <a:off x="0" y="1394530"/>
        <a:ext cx="403465" cy="1262961"/>
      </dsp:txXfrm>
    </dsp:sp>
    <dsp:sp modelId="{79928061-A384-7D47-8E1E-BA94EA4BDD20}">
      <dsp:nvSpPr>
        <dsp:cNvPr id="0" name=""/>
        <dsp:cNvSpPr/>
      </dsp:nvSpPr>
      <dsp:spPr>
        <a:xfrm>
          <a:off x="0" y="2654132"/>
          <a:ext cx="403465" cy="12629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ea typeface="+mn-ea"/>
              <a:cs typeface="ThaiBev Sans New"/>
            </a:rPr>
            <a:t>Cross Dock Outbound Order (COO)</a:t>
          </a:r>
          <a:endParaRPr lang="th-TH" sz="800" b="1" kern="1200">
            <a:ea typeface="+mn-ea"/>
            <a:cs typeface="ThaiBev Sans New"/>
          </a:endParaRPr>
        </a:p>
      </dsp:txBody>
      <dsp:txXfrm>
        <a:off x="0" y="2654132"/>
        <a:ext cx="403465" cy="126296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41307-15FF-4F12-9521-F67A8745BD68}">
      <dsp:nvSpPr>
        <dsp:cNvPr id="0" name=""/>
        <dsp:cNvSpPr/>
      </dsp:nvSpPr>
      <dsp:spPr>
        <a:xfrm>
          <a:off x="2775" y="0"/>
          <a:ext cx="2785204" cy="582863"/>
        </a:xfrm>
        <a:prstGeom prst="homePlate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+mj-lt"/>
            </a:rPr>
            <a:t>Customer</a:t>
          </a:r>
        </a:p>
      </dsp:txBody>
      <dsp:txXfrm>
        <a:off x="2775" y="0"/>
        <a:ext cx="2639488" cy="582863"/>
      </dsp:txXfrm>
    </dsp:sp>
    <dsp:sp modelId="{7096B61D-B8ED-400B-B030-A8585007F54B}">
      <dsp:nvSpPr>
        <dsp:cNvPr id="0" name=""/>
        <dsp:cNvSpPr/>
      </dsp:nvSpPr>
      <dsp:spPr>
        <a:xfrm>
          <a:off x="2230939" y="0"/>
          <a:ext cx="2785204" cy="582863"/>
        </a:xfrm>
        <a:prstGeom prst="chevron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+mj-lt"/>
            </a:rPr>
            <a:t>Customer Service/Planner</a:t>
          </a:r>
        </a:p>
      </dsp:txBody>
      <dsp:txXfrm>
        <a:off x="2522371" y="0"/>
        <a:ext cx="2202341" cy="582863"/>
      </dsp:txXfrm>
    </dsp:sp>
    <dsp:sp modelId="{62DB1F33-63F4-4B2B-ADB3-820818A76A7D}">
      <dsp:nvSpPr>
        <dsp:cNvPr id="0" name=""/>
        <dsp:cNvSpPr/>
      </dsp:nvSpPr>
      <dsp:spPr>
        <a:xfrm>
          <a:off x="4459103" y="0"/>
          <a:ext cx="2785204" cy="582863"/>
        </a:xfrm>
        <a:prstGeom prst="chevron">
          <a:avLst/>
        </a:prstGeom>
        <a:solidFill>
          <a:srgbClr val="80008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+mj-lt"/>
            </a:rPr>
            <a:t>Operation</a:t>
          </a:r>
        </a:p>
      </dsp:txBody>
      <dsp:txXfrm>
        <a:off x="4750535" y="0"/>
        <a:ext cx="2202341" cy="582863"/>
      </dsp:txXfrm>
    </dsp:sp>
    <dsp:sp modelId="{504021E7-5D7C-4242-8A52-F1F359EBC55C}">
      <dsp:nvSpPr>
        <dsp:cNvPr id="0" name=""/>
        <dsp:cNvSpPr/>
      </dsp:nvSpPr>
      <dsp:spPr>
        <a:xfrm>
          <a:off x="6687267" y="0"/>
          <a:ext cx="2785204" cy="582863"/>
        </a:xfrm>
        <a:prstGeom prst="chevron">
          <a:avLst/>
        </a:prstGeom>
        <a:solidFill>
          <a:srgbClr val="3366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+mj-lt"/>
            </a:rPr>
            <a:t>Warehouse Operation</a:t>
          </a:r>
        </a:p>
      </dsp:txBody>
      <dsp:txXfrm>
        <a:off x="6978699" y="0"/>
        <a:ext cx="2202341" cy="58286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5E1DC-92FE-43BF-9E9C-4EC19DDB810E}">
      <dsp:nvSpPr>
        <dsp:cNvPr id="0" name=""/>
        <dsp:cNvSpPr/>
      </dsp:nvSpPr>
      <dsp:spPr>
        <a:xfrm>
          <a:off x="0" y="54"/>
          <a:ext cx="462088" cy="21894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Outbound</a:t>
          </a:r>
        </a:p>
      </dsp:txBody>
      <dsp:txXfrm>
        <a:off x="0" y="54"/>
        <a:ext cx="462088" cy="2189426"/>
      </dsp:txXfrm>
    </dsp:sp>
    <dsp:sp modelId="{4BFFF31D-2151-41AC-8335-7ED8328F45E7}">
      <dsp:nvSpPr>
        <dsp:cNvPr id="0" name=""/>
        <dsp:cNvSpPr/>
      </dsp:nvSpPr>
      <dsp:spPr>
        <a:xfrm>
          <a:off x="0" y="2299006"/>
          <a:ext cx="462088" cy="21894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Inbound</a:t>
          </a:r>
        </a:p>
      </dsp:txBody>
      <dsp:txXfrm>
        <a:off x="0" y="2299006"/>
        <a:ext cx="462088" cy="218942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EA2FC-8DC8-A141-99FD-8E8781731A1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54ADDB-AB8A-3E48-8CD3-AE727B108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511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F74BA-7581-9342-BEAA-198EBFE803A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F461C-9C01-814D-96E7-AC1643FFB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730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8428" y="1094009"/>
            <a:ext cx="5980541" cy="166317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400" b="0" i="0" baseline="0">
                <a:solidFill>
                  <a:schemeClr val="accent1"/>
                </a:solidFill>
                <a:latin typeface="ThaiBev Sans New Black"/>
                <a:cs typeface="ThaiBev Sans New Black"/>
              </a:defRPr>
            </a:lvl1pPr>
          </a:lstStyle>
          <a:p>
            <a:r>
              <a:rPr lang="en-US"/>
              <a:t>THAIBEV SANS NEW BLACK 44 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8428" y="2772444"/>
            <a:ext cx="5980541" cy="48560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800" b="0" i="0">
                <a:solidFill>
                  <a:schemeClr val="accent4"/>
                </a:solidFill>
                <a:latin typeface="ThaiBev Sans New SemiBold"/>
                <a:cs typeface="ThaiBev Sans New Semi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Subtitle (</a:t>
            </a:r>
            <a:r>
              <a:rPr lang="en-US" err="1"/>
              <a:t>SemiBold</a:t>
            </a:r>
            <a:r>
              <a:rPr lang="en-US"/>
              <a:t> 28 point)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758429" y="3599953"/>
            <a:ext cx="5980543" cy="334373"/>
          </a:xfrm>
          <a:prstGeom prst="rect">
            <a:avLst/>
          </a:prstGeom>
        </p:spPr>
        <p:txBody>
          <a:bodyPr vert="horz" anchor="ctr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ThaiBev Sans New Regular"/>
                <a:cs typeface="ThaiBev Sans New Regular"/>
              </a:defRPr>
            </a:lvl1pPr>
            <a:lvl2pPr>
              <a:defRPr sz="2400" b="0" i="0">
                <a:latin typeface="ThaiBev Sans New Regular"/>
                <a:cs typeface="ThaiBev Sans New Regular"/>
              </a:defRPr>
            </a:lvl2pPr>
            <a:lvl3pPr>
              <a:defRPr sz="2400" b="0" i="0">
                <a:latin typeface="ThaiBev Sans New Regular"/>
                <a:cs typeface="ThaiBev Sans New Regular"/>
              </a:defRPr>
            </a:lvl3pPr>
            <a:lvl4pPr>
              <a:defRPr sz="2400" b="0" i="0">
                <a:latin typeface="ThaiBev Sans New Regular"/>
                <a:cs typeface="ThaiBev Sans New Regular"/>
              </a:defRPr>
            </a:lvl4pPr>
            <a:lvl5pPr>
              <a:defRPr sz="2400" b="0" i="0">
                <a:latin typeface="ThaiBev Sans New Regular"/>
                <a:cs typeface="ThaiBev Sans New Regular"/>
              </a:defRPr>
            </a:lvl5pPr>
          </a:lstStyle>
          <a:p>
            <a:pPr lvl="0"/>
            <a:r>
              <a:rPr lang="en-US"/>
              <a:t>DATE  (ThaiBev Sans New Regular 18 point)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9E9EB9A-AC8C-F9F3-77D0-AFB8E5AF4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lang="en-US" sz="900" smtClean="0">
                <a:solidFill>
                  <a:schemeClr val="bg1"/>
                </a:solidFill>
                <a:latin typeface="+mj-lt"/>
              </a:defRPr>
            </a:lvl1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0CB86B-17AB-5012-D8D5-62E6BE09E7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72240" y="-56128"/>
            <a:ext cx="4942544" cy="697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9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99D53F-CA6D-CFD7-865C-8DF5FB06D3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799" t="12115" r="7622" b="27975"/>
          <a:stretch/>
        </p:blipFill>
        <p:spPr>
          <a:xfrm>
            <a:off x="9404514" y="144535"/>
            <a:ext cx="2713401" cy="2749157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746118" y="2440840"/>
            <a:ext cx="8601081" cy="905705"/>
          </a:xfrm>
          <a:prstGeom prst="rect">
            <a:avLst/>
          </a:prstGeom>
        </p:spPr>
        <p:txBody>
          <a:bodyPr anchor="ctr"/>
          <a:lstStyle>
            <a:lvl1pPr algn="l">
              <a:defRPr sz="4200" b="0" i="0" baseline="0">
                <a:solidFill>
                  <a:schemeClr val="accent1"/>
                </a:solidFill>
                <a:latin typeface="ThaiBev Sans New Black"/>
                <a:cs typeface="ThaiBev Sans New Black"/>
              </a:defRPr>
            </a:lvl1pPr>
          </a:lstStyle>
          <a:p>
            <a:r>
              <a:rPr lang="en-US"/>
              <a:t>SECTION PAGE (Black 42 point):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8DA8EE2-9DC6-4F17-B49C-69FB7EAA54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6120" y="3662276"/>
            <a:ext cx="8601080" cy="61460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800" b="0" i="0">
                <a:solidFill>
                  <a:schemeClr val="accent4"/>
                </a:solidFill>
                <a:latin typeface="ThaiBev Sans New SemiBold"/>
                <a:cs typeface="ThaiBev Sans New Semi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Subtitle </a:t>
            </a:r>
            <a:r>
              <a:rPr lang="en-US" err="1"/>
              <a:t>SemiBold</a:t>
            </a:r>
            <a:r>
              <a:rPr lang="en-US"/>
              <a:t> 28 point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5184F05-B36A-4607-BF2E-11C61CC59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lang="en-US" sz="900" smtClean="0">
                <a:solidFill>
                  <a:schemeClr val="bg1"/>
                </a:solidFill>
                <a:latin typeface="+mj-lt"/>
              </a:defRPr>
            </a:lvl1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62CC3-4263-0694-F382-BB2DE5F12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4" b="34"/>
          <a:stretch/>
        </p:blipFill>
        <p:spPr>
          <a:xfrm>
            <a:off x="6816070" y="5331373"/>
            <a:ext cx="5962216" cy="131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8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D96CAC-486D-3ECC-7A41-FD7A89C477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799" t="12115" r="7622" b="27975"/>
          <a:stretch/>
        </p:blipFill>
        <p:spPr>
          <a:xfrm>
            <a:off x="11267744" y="117334"/>
            <a:ext cx="819481" cy="830280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AF3A74B-8F08-41C9-9033-5E1AA9B6A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0911" y="193040"/>
            <a:ext cx="10719749" cy="51682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800" b="0" i="0" baseline="0">
                <a:solidFill>
                  <a:schemeClr val="accent1"/>
                </a:solidFill>
                <a:latin typeface="ThaiBev Sans New Black" panose="00000A00000000000000" pitchFamily="50" charset="-34"/>
                <a:cs typeface="ThaiBev Sans New Black" panose="00000A00000000000000" pitchFamily="50" charset="-34"/>
              </a:defRPr>
            </a:lvl1pPr>
          </a:lstStyle>
          <a:p>
            <a:pPr lvl="0"/>
            <a:r>
              <a:rPr lang="en-US"/>
              <a:t>Headline Title (ThaiBev Sans New Black 28 point)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63658F4-92E0-4EA2-961A-6E58977E64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49" y="1022349"/>
            <a:ext cx="11569939" cy="5114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990575" indent="-380990"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marL="457189" marR="0" lvl="0" indent="-457189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/>
              <a:t>Click to edit Master text styles ThaiBev Sans New Regular 16 point</a:t>
            </a:r>
          </a:p>
          <a:p>
            <a:pPr marL="990575" lvl="1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</a:pPr>
            <a:r>
              <a:rPr lang="en-US"/>
              <a:t>Second level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66C18CC-2142-4D19-B0EB-422361C95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lang="en-US" sz="900" smtClean="0">
                <a:solidFill>
                  <a:schemeClr val="bg1"/>
                </a:solidFill>
                <a:latin typeface="+mj-lt"/>
              </a:defRPr>
            </a:lvl1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1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ta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1B2EED-8D0D-46DB-AAA3-2D3004E2C4AA}"/>
              </a:ext>
            </a:extLst>
          </p:cNvPr>
          <p:cNvSpPr txBox="1">
            <a:spLocks/>
          </p:cNvSpPr>
          <p:nvPr userDrawn="1"/>
        </p:nvSpPr>
        <p:spPr>
          <a:xfrm>
            <a:off x="310911" y="1022349"/>
            <a:ext cx="10719749" cy="541282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j-ea"/>
                <a:cs typeface="ThaiBev Sans New Black" panose="00000A00000000000000" pitchFamily="50" charset="-34"/>
              </a:defRPr>
            </a:lvl1pPr>
          </a:lstStyle>
          <a:p>
            <a:endParaRPr lang="en-US" sz="1867">
              <a:solidFill>
                <a:schemeClr val="tx1"/>
              </a:solidFill>
              <a:latin typeface="ThaiBev Sans New" panose="00000500000000000000" pitchFamily="50" charset="-34"/>
              <a:cs typeface="ThaiBev Sans New" panose="00000500000000000000" pitchFamily="50" charset="-34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3D10140-19A2-4811-B004-645C02D883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0911" y="193040"/>
            <a:ext cx="10719749" cy="51682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800" b="0" i="0" baseline="0">
                <a:solidFill>
                  <a:schemeClr val="accent1"/>
                </a:solidFill>
                <a:latin typeface="ThaiBev Sans New Black" panose="00000A00000000000000" pitchFamily="50" charset="-34"/>
                <a:cs typeface="ThaiBev Sans New Black" panose="00000A00000000000000" pitchFamily="50" charset="-34"/>
              </a:defRPr>
            </a:lvl1pPr>
          </a:lstStyle>
          <a:p>
            <a:pPr lvl="0"/>
            <a:r>
              <a:rPr lang="en-US"/>
              <a:t>Headline Title (ThaiBev Sans New Black 28 point)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410DA-20F1-448A-986F-90DF06C7F6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0911" y="1419856"/>
            <a:ext cx="11569939" cy="4716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9pPr marL="4876678" indent="0">
              <a:buNone/>
              <a:defRPr/>
            </a:lvl9pPr>
          </a:lstStyle>
          <a:p>
            <a:pPr lvl="0"/>
            <a:r>
              <a:rPr lang="en-US"/>
              <a:t>Click to edit Master text styles ThaiBev Sans New Regular 16 point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497957C-6174-417D-ADBA-08FE802488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0910" y="729403"/>
            <a:ext cx="10719751" cy="39750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000" b="0" i="0" baseline="0">
                <a:solidFill>
                  <a:schemeClr val="accent4"/>
                </a:solidFill>
                <a:latin typeface="ThaiBev Sans New SemiBold" panose="00000700000000000000" pitchFamily="50" charset="-34"/>
                <a:cs typeface="ThaiBev Sans New SemiBold" panose="00000700000000000000" pitchFamily="50" charset="-34"/>
              </a:defRPr>
            </a:lvl1pPr>
          </a:lstStyle>
          <a:p>
            <a:pPr lvl="0"/>
            <a:r>
              <a:rPr lang="en-US"/>
              <a:t>Sub headline Title (ThaiBev Sans New </a:t>
            </a:r>
            <a:r>
              <a:rPr lang="en-US" err="1"/>
              <a:t>SemiBold</a:t>
            </a:r>
            <a:r>
              <a:rPr lang="en-US"/>
              <a:t> 20 point)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74A92-76DE-C5AD-D04B-034FE45686A2}"/>
              </a:ext>
            </a:extLst>
          </p:cNvPr>
          <p:cNvSpPr txBox="1">
            <a:spLocks/>
          </p:cNvSpPr>
          <p:nvPr userDrawn="1"/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609585" rtl="0" eaLnBrk="1" latinLnBrk="0" hangingPunct="1">
              <a:defRPr lang="en-US" sz="9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8B936B-6628-5EB1-6713-75EF243B90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799" t="12115" r="7622" b="27975"/>
          <a:stretch/>
        </p:blipFill>
        <p:spPr>
          <a:xfrm>
            <a:off x="11267744" y="117334"/>
            <a:ext cx="819481" cy="8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57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ta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1B2EED-8D0D-46DB-AAA3-2D3004E2C4AA}"/>
              </a:ext>
            </a:extLst>
          </p:cNvPr>
          <p:cNvSpPr txBox="1">
            <a:spLocks/>
          </p:cNvSpPr>
          <p:nvPr userDrawn="1"/>
        </p:nvSpPr>
        <p:spPr>
          <a:xfrm>
            <a:off x="310911" y="1022349"/>
            <a:ext cx="10719749" cy="541282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j-ea"/>
                <a:cs typeface="ThaiBev Sans New Black" panose="00000A00000000000000" pitchFamily="50" charset="-34"/>
              </a:defRPr>
            </a:lvl1pPr>
          </a:lstStyle>
          <a:p>
            <a:endParaRPr lang="en-US" sz="1867">
              <a:solidFill>
                <a:schemeClr val="tx1"/>
              </a:solidFill>
              <a:latin typeface="ThaiBev Sans New" panose="00000500000000000000" pitchFamily="50" charset="-34"/>
              <a:cs typeface="ThaiBev Sans New" panose="00000500000000000000" pitchFamily="50" charset="-34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3D10140-19A2-4811-B004-645C02D883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0911" y="193040"/>
            <a:ext cx="10719749" cy="51682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800" b="0" i="0" baseline="0">
                <a:solidFill>
                  <a:schemeClr val="accent1"/>
                </a:solidFill>
                <a:latin typeface="ThaiBev Sans New Black" panose="00000A00000000000000" pitchFamily="50" charset="-34"/>
                <a:cs typeface="ThaiBev Sans New Black" panose="00000A00000000000000" pitchFamily="50" charset="-34"/>
              </a:defRPr>
            </a:lvl1pPr>
          </a:lstStyle>
          <a:p>
            <a:pPr lvl="0"/>
            <a:r>
              <a:rPr lang="en-US"/>
              <a:t>Headline Title (ThaiBev Sans New Black 28 point)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410DA-20F1-448A-986F-90DF06C7F6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0911" y="1919919"/>
            <a:ext cx="11569939" cy="421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9pPr marL="4876678" indent="0">
              <a:buNone/>
              <a:defRPr/>
            </a:lvl9pPr>
          </a:lstStyle>
          <a:p>
            <a:pPr lvl="0"/>
            <a:r>
              <a:rPr lang="en-US"/>
              <a:t>Click to edit Master text styles ThaiBev Sans New Regular 16 point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497957C-6174-417D-ADBA-08FE802488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0910" y="729403"/>
            <a:ext cx="10719751" cy="39750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000" b="0" i="0" baseline="0">
                <a:solidFill>
                  <a:schemeClr val="accent4"/>
                </a:solidFill>
                <a:latin typeface="ThaiBev Sans New SemiBold" panose="00000700000000000000" pitchFamily="50" charset="-34"/>
                <a:cs typeface="ThaiBev Sans New SemiBold" panose="00000700000000000000" pitchFamily="50" charset="-34"/>
              </a:defRPr>
            </a:lvl1pPr>
          </a:lstStyle>
          <a:p>
            <a:pPr lvl="0"/>
            <a:r>
              <a:rPr lang="en-US"/>
              <a:t>Sub headline Title (ThaiBev Sans New </a:t>
            </a:r>
            <a:r>
              <a:rPr lang="en-US" err="1"/>
              <a:t>SemiBold</a:t>
            </a:r>
            <a:r>
              <a:rPr lang="en-US"/>
              <a:t> 20 point)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8850F-BC03-45C5-9063-0E7141D721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0910" y="1419856"/>
            <a:ext cx="11569940" cy="500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600" b="0" i="0" kern="1200" baseline="0" dirty="0" smtClean="0">
                <a:solidFill>
                  <a:schemeClr val="accent1"/>
                </a:solidFill>
                <a:latin typeface="ThaiBev Sans New Bold" panose="00000800000000000000" pitchFamily="50" charset="-34"/>
                <a:ea typeface="+mn-ea"/>
                <a:cs typeface="ThaiBev Sans New Bold" panose="00000800000000000000" pitchFamily="50" charset="-34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Subject (ThaiBev Sans New Black 26 point)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9A3C397-DDB0-1BFD-50BB-71CC2AE0616A}"/>
              </a:ext>
            </a:extLst>
          </p:cNvPr>
          <p:cNvSpPr txBox="1">
            <a:spLocks/>
          </p:cNvSpPr>
          <p:nvPr userDrawn="1"/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609585" rtl="0" eaLnBrk="1" latinLnBrk="0" hangingPunct="1">
              <a:defRPr lang="en-US" sz="9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DA57DC-99C4-2A51-2358-3BFD8C51EC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799" t="12115" r="7622" b="27975"/>
          <a:stretch/>
        </p:blipFill>
        <p:spPr>
          <a:xfrm>
            <a:off x="11267744" y="117334"/>
            <a:ext cx="819481" cy="8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9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and pit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5954978" y="927655"/>
            <a:ext cx="5075684" cy="5208763"/>
          </a:xfrm>
          <a:prstGeom prst="rect">
            <a:avLst/>
          </a:prstGeom>
        </p:spPr>
        <p:txBody>
          <a:bodyPr vert="horz"/>
          <a:lstStyle>
            <a:lvl1pPr>
              <a:defRPr sz="3200" b="0" i="0">
                <a:latin typeface="ThaiBev Sans New Regular"/>
                <a:cs typeface="ThaiBev Sans New Regular"/>
              </a:defRPr>
            </a:lvl1pPr>
          </a:lstStyle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3EAB13-328A-41FF-8263-B7989F5377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0911" y="193040"/>
            <a:ext cx="10719749" cy="49962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800" b="0" i="0" baseline="0">
                <a:solidFill>
                  <a:schemeClr val="accent1"/>
                </a:solidFill>
                <a:latin typeface="ThaiBev Sans New Black" panose="00000A00000000000000" pitchFamily="50" charset="-34"/>
                <a:cs typeface="ThaiBev Sans New Black" panose="00000A00000000000000" pitchFamily="50" charset="-34"/>
              </a:defRPr>
            </a:lvl1pPr>
          </a:lstStyle>
          <a:p>
            <a:pPr lvl="0"/>
            <a:r>
              <a:rPr lang="en-US"/>
              <a:t>Headline Title (ThaiBev Sans New Black 28 point)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2E2836D-AA32-4438-B874-192B451D59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565" y="927655"/>
            <a:ext cx="5421758" cy="500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600" b="0" i="0" kern="1200" baseline="0" dirty="0" smtClean="0">
                <a:solidFill>
                  <a:schemeClr val="accent1"/>
                </a:solidFill>
                <a:latin typeface="ThaiBev Sans New Bold" panose="00000800000000000000" pitchFamily="50" charset="-34"/>
                <a:ea typeface="+mn-ea"/>
                <a:cs typeface="ThaiBev Sans New Bold" panose="00000800000000000000" pitchFamily="50" charset="-34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Subject (26 point)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45BB779-55A6-40CC-B899-8AE129BCA6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030" y="1496291"/>
            <a:ext cx="5418293" cy="46401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9pPr marL="4876678" indent="0">
              <a:buNone/>
              <a:defRPr/>
            </a:lvl9pPr>
          </a:lstStyle>
          <a:p>
            <a:pPr lvl="0"/>
            <a:r>
              <a:rPr lang="en-US"/>
              <a:t>Click to edit Master text styles ThaiBev Sans New Regular 16 point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3FD4B8-F4B2-C020-D122-83D05F45DBC9}"/>
              </a:ext>
            </a:extLst>
          </p:cNvPr>
          <p:cNvSpPr txBox="1">
            <a:spLocks/>
          </p:cNvSpPr>
          <p:nvPr userDrawn="1"/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609585" rtl="0" eaLnBrk="1" latinLnBrk="0" hangingPunct="1">
              <a:defRPr lang="en-US" sz="9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5B0C6D-EF39-CACB-7363-CB8B7EE5D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799" t="12115" r="7622" b="27975"/>
          <a:stretch/>
        </p:blipFill>
        <p:spPr>
          <a:xfrm>
            <a:off x="11267744" y="117334"/>
            <a:ext cx="819481" cy="8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8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2 Topic have sub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310909" y="1153608"/>
            <a:ext cx="11663715" cy="0"/>
          </a:xfrm>
          <a:prstGeom prst="line">
            <a:avLst/>
          </a:prstGeom>
          <a:ln w="127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7425DF8-0CE5-49DE-95DC-B185BC21B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565" y="1292146"/>
            <a:ext cx="5691612" cy="500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600" b="0" i="0" kern="1200" baseline="0" dirty="0" smtClean="0">
                <a:solidFill>
                  <a:schemeClr val="accent1"/>
                </a:solidFill>
                <a:latin typeface="ThaiBev Sans New Bold" panose="00000800000000000000" pitchFamily="50" charset="-34"/>
                <a:ea typeface="+mn-ea"/>
                <a:cs typeface="ThaiBev Sans New Bold" panose="00000800000000000000" pitchFamily="50" charset="-34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Subject</a:t>
            </a:r>
            <a:r>
              <a:rPr lang="th-TH"/>
              <a:t> </a:t>
            </a:r>
            <a:r>
              <a:rPr lang="en-US"/>
              <a:t>Title1 (26 point)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FC92A4B-C5E1-419E-B03B-BBF824E9C5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030" y="1860782"/>
            <a:ext cx="5687975" cy="41138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9pPr marL="4876678" indent="0">
              <a:buNone/>
              <a:defRPr/>
            </a:lvl9pPr>
          </a:lstStyle>
          <a:p>
            <a:pPr lvl="0"/>
            <a:r>
              <a:rPr lang="en-US"/>
              <a:t>Click to edit Master text styles ThaiBev Sans New Regular 16 point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F5F6A3-B2AF-4B15-803C-899D1C6048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9357" y="1287911"/>
            <a:ext cx="5691613" cy="500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600" b="0" i="0" kern="1200" baseline="0" dirty="0" smtClean="0">
                <a:solidFill>
                  <a:schemeClr val="accent1"/>
                </a:solidFill>
                <a:latin typeface="ThaiBev Sans New Bold" panose="00000800000000000000" pitchFamily="50" charset="-34"/>
                <a:ea typeface="+mn-ea"/>
                <a:cs typeface="ThaiBev Sans New Bold" panose="00000800000000000000" pitchFamily="50" charset="-34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Subject</a:t>
            </a:r>
            <a:r>
              <a:rPr lang="th-TH"/>
              <a:t> </a:t>
            </a:r>
            <a:r>
              <a:rPr lang="en-US"/>
              <a:t>Title2 (26 point)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2378063-1B29-48DC-A44C-021FFB6F94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823" y="1856547"/>
            <a:ext cx="5687976" cy="41138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9pPr marL="4876678" indent="0">
              <a:buNone/>
              <a:defRPr/>
            </a:lvl9pPr>
          </a:lstStyle>
          <a:p>
            <a:pPr lvl="0"/>
            <a:r>
              <a:rPr lang="en-US"/>
              <a:t>Click to edit Master text styles ThaiBev Sans New Regular 16 point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CEA4359-8DE2-4E3C-9713-2FC8CC4B7D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0911" y="193040"/>
            <a:ext cx="10719749" cy="51682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800" b="0" i="0" baseline="0">
                <a:solidFill>
                  <a:schemeClr val="accent1"/>
                </a:solidFill>
                <a:latin typeface="ThaiBev Sans New Black" panose="00000A00000000000000" pitchFamily="50" charset="-34"/>
                <a:cs typeface="ThaiBev Sans New Black" panose="00000A00000000000000" pitchFamily="50" charset="-34"/>
              </a:defRPr>
            </a:lvl1pPr>
          </a:lstStyle>
          <a:p>
            <a:pPr lvl="0"/>
            <a:r>
              <a:rPr lang="en-US"/>
              <a:t>Headline Title (ThaiBev Sans New Black 28 point)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69EF4E6-AE49-44B5-AB24-8C9329627F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0910" y="729403"/>
            <a:ext cx="10719751" cy="39750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000" b="0" i="0" baseline="0">
                <a:solidFill>
                  <a:schemeClr val="accent4"/>
                </a:solidFill>
                <a:latin typeface="ThaiBev Sans New SemiBold" panose="00000700000000000000" pitchFamily="50" charset="-34"/>
                <a:cs typeface="ThaiBev Sans New SemiBold" panose="00000700000000000000" pitchFamily="50" charset="-34"/>
              </a:defRPr>
            </a:lvl1pPr>
          </a:lstStyle>
          <a:p>
            <a:pPr lvl="0"/>
            <a:r>
              <a:rPr lang="en-US"/>
              <a:t>Sub headline Title (ThaiBev Sans New </a:t>
            </a:r>
            <a:r>
              <a:rPr lang="en-US" err="1"/>
              <a:t>SemiBold</a:t>
            </a:r>
            <a:r>
              <a:rPr lang="en-US"/>
              <a:t> 20 point)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C675DE-6938-BF40-2713-63A909BF473F}"/>
              </a:ext>
            </a:extLst>
          </p:cNvPr>
          <p:cNvSpPr txBox="1">
            <a:spLocks/>
          </p:cNvSpPr>
          <p:nvPr userDrawn="1"/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609585" rtl="0" eaLnBrk="1" latinLnBrk="0" hangingPunct="1">
              <a:defRPr lang="en-US" sz="9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33DC60-F694-6B5D-6098-3DE2A8D5D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799" t="12115" r="7622" b="27975"/>
          <a:stretch/>
        </p:blipFill>
        <p:spPr>
          <a:xfrm>
            <a:off x="11267744" y="117334"/>
            <a:ext cx="819481" cy="8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79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2 Topi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5B62E4-049D-4BF7-BED5-7A9FC570D144}"/>
              </a:ext>
            </a:extLst>
          </p:cNvPr>
          <p:cNvCxnSpPr/>
          <p:nvPr userDrawn="1"/>
        </p:nvCxnSpPr>
        <p:spPr>
          <a:xfrm>
            <a:off x="227955" y="1042243"/>
            <a:ext cx="11746671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D8C7DCB-66E2-4BD4-A71F-543DAB1504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0911" y="193040"/>
            <a:ext cx="10719749" cy="51682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800" b="0" i="0" baseline="0">
                <a:solidFill>
                  <a:schemeClr val="accent1"/>
                </a:solidFill>
                <a:latin typeface="ThaiBev Sans New Black" panose="00000A00000000000000" pitchFamily="50" charset="-34"/>
                <a:cs typeface="ThaiBev Sans New Black" panose="00000A00000000000000" pitchFamily="50" charset="-34"/>
              </a:defRPr>
            </a:lvl1pPr>
          </a:lstStyle>
          <a:p>
            <a:pPr lvl="0"/>
            <a:r>
              <a:rPr lang="en-US"/>
              <a:t>Headline Title (ThaiBev Sans New Black 28 point)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1A4CD06-374F-4323-B5BE-0D87C001A4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565" y="1292146"/>
            <a:ext cx="5691612" cy="500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600" b="0" i="0" kern="1200" baseline="0" dirty="0" smtClean="0">
                <a:solidFill>
                  <a:schemeClr val="accent1"/>
                </a:solidFill>
                <a:latin typeface="ThaiBev Sans New Bold" panose="00000800000000000000" pitchFamily="50" charset="-34"/>
                <a:ea typeface="+mn-ea"/>
                <a:cs typeface="ThaiBev Sans New Bold" panose="00000800000000000000" pitchFamily="50" charset="-34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Subject</a:t>
            </a:r>
            <a:r>
              <a:rPr lang="th-TH"/>
              <a:t> </a:t>
            </a:r>
            <a:r>
              <a:rPr lang="en-US"/>
              <a:t>Title1 (26 point)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924BD99-9773-4F12-8262-40BF282B03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030" y="1860782"/>
            <a:ext cx="5687975" cy="41138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9pPr marL="4876678" indent="0">
              <a:buNone/>
              <a:defRPr/>
            </a:lvl9pPr>
          </a:lstStyle>
          <a:p>
            <a:pPr lvl="0"/>
            <a:r>
              <a:rPr lang="en-US"/>
              <a:t>Click to edit Master text styles ThaiBev Sans New Regular 16 point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6E07F96-AE49-4CD6-99E5-6D8017D00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9357" y="1287911"/>
            <a:ext cx="5691613" cy="500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600" b="0" i="0" kern="1200" baseline="0" dirty="0" smtClean="0">
                <a:solidFill>
                  <a:schemeClr val="accent1"/>
                </a:solidFill>
                <a:latin typeface="ThaiBev Sans New Bold" panose="00000800000000000000" pitchFamily="50" charset="-34"/>
                <a:ea typeface="+mn-ea"/>
                <a:cs typeface="ThaiBev Sans New Bold" panose="00000800000000000000" pitchFamily="50" charset="-34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Subject</a:t>
            </a:r>
            <a:r>
              <a:rPr lang="th-TH"/>
              <a:t> </a:t>
            </a:r>
            <a:r>
              <a:rPr lang="en-US"/>
              <a:t>Title2 (26 point)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93C2972-E6A3-4239-A3D4-13223D86D4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823" y="1856547"/>
            <a:ext cx="5687976" cy="41138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9pPr marL="4876678" indent="0">
              <a:buNone/>
              <a:defRPr/>
            </a:lvl9pPr>
          </a:lstStyle>
          <a:p>
            <a:pPr lvl="0"/>
            <a:r>
              <a:rPr lang="en-US"/>
              <a:t>Click to edit Master text styles ThaiBev Sans New Regular 16 point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8B7C39-4CC0-0B4D-76F1-26C9C94D279D}"/>
              </a:ext>
            </a:extLst>
          </p:cNvPr>
          <p:cNvSpPr txBox="1">
            <a:spLocks/>
          </p:cNvSpPr>
          <p:nvPr userDrawn="1"/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609585" rtl="0" eaLnBrk="1" latinLnBrk="0" hangingPunct="1">
              <a:defRPr lang="en-US" sz="9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F51F48-53F5-5252-91CB-DBDB0C4641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799" t="12115" r="7622" b="27975"/>
          <a:stretch/>
        </p:blipFill>
        <p:spPr>
          <a:xfrm>
            <a:off x="11267744" y="117334"/>
            <a:ext cx="819481" cy="8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ew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20E369A-765F-4CCA-9019-948FA33889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6119" y="4641030"/>
            <a:ext cx="10699763" cy="121121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ThaiBev Sans New SemiBold" panose="00000700000000000000" pitchFamily="50" charset="-34"/>
                <a:cs typeface="ThaiBev Sans New SemiBold" panose="00000700000000000000" pitchFamily="50" charset="-34"/>
              </a:defRPr>
            </a:lvl1pPr>
            <a:lvl2pPr>
              <a:defRPr sz="2400" b="0" i="0">
                <a:latin typeface="ThaiBev Sans New Regular"/>
                <a:cs typeface="ThaiBev Sans New Regular"/>
              </a:defRPr>
            </a:lvl2pPr>
            <a:lvl3pPr>
              <a:defRPr sz="2400" b="0" i="0">
                <a:latin typeface="ThaiBev Sans New Regular"/>
                <a:cs typeface="ThaiBev Sans New Regular"/>
              </a:defRPr>
            </a:lvl3pPr>
            <a:lvl4pPr>
              <a:defRPr sz="2400" b="0" i="0">
                <a:latin typeface="ThaiBev Sans New Regular"/>
                <a:cs typeface="ThaiBev Sans New Regular"/>
              </a:defRPr>
            </a:lvl4pPr>
            <a:lvl5pPr>
              <a:defRPr sz="2400" b="0" i="0">
                <a:latin typeface="ThaiBev Sans New Regular"/>
                <a:cs typeface="ThaiBev Sans New Regular"/>
              </a:defRPr>
            </a:lvl5pPr>
          </a:lstStyle>
          <a:p>
            <a:pPr lvl="0"/>
            <a:r>
              <a:rPr lang="en-US"/>
              <a:t>Click to edit Master text styles </a:t>
            </a:r>
          </a:p>
          <a:p>
            <a:pPr lvl="0"/>
            <a:r>
              <a:rPr lang="en-US"/>
              <a:t>ThaiBev Sans New </a:t>
            </a:r>
            <a:r>
              <a:rPr lang="en-US" err="1"/>
              <a:t>SemiBold</a:t>
            </a:r>
            <a:r>
              <a:rPr lang="en-US"/>
              <a:t> 18 point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51BB547-8C71-4C35-9D3D-8D260DA4BF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6119" y="3915217"/>
            <a:ext cx="10699763" cy="697627"/>
          </a:xfrm>
          <a:prstGeom prst="rect">
            <a:avLst/>
          </a:prstGeom>
        </p:spPr>
        <p:txBody>
          <a:bodyPr/>
          <a:lstStyle>
            <a:lvl1pPr algn="l">
              <a:defRPr sz="3200" b="0" i="0" baseline="0">
                <a:solidFill>
                  <a:schemeClr val="accent1"/>
                </a:solidFill>
                <a:latin typeface="ThaiBev Sans New Black"/>
                <a:cs typeface="ThaiBev Sans New Black"/>
              </a:defRPr>
            </a:lvl1pPr>
          </a:lstStyle>
          <a:p>
            <a:r>
              <a:rPr lang="en-US"/>
              <a:t>Chapter2 ThaiBev Sans New Black 32 point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B95C81-A8D7-1FC3-520D-E75AB81823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lang="en-US" sz="900" smtClean="0">
                <a:solidFill>
                  <a:schemeClr val="bg1"/>
                </a:solidFill>
                <a:latin typeface="+mj-lt"/>
              </a:defRPr>
            </a:lvl1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837EA9-66A3-8425-D7BB-28F48E0DB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799" t="12115" r="7622" b="27975"/>
          <a:stretch/>
        </p:blipFill>
        <p:spPr>
          <a:xfrm>
            <a:off x="11267744" y="117334"/>
            <a:ext cx="819481" cy="8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F1B2EED-8D0D-46DB-AAA3-2D3004E2C4AA}"/>
              </a:ext>
            </a:extLst>
          </p:cNvPr>
          <p:cNvSpPr txBox="1">
            <a:spLocks/>
          </p:cNvSpPr>
          <p:nvPr userDrawn="1"/>
        </p:nvSpPr>
        <p:spPr>
          <a:xfrm>
            <a:off x="310911" y="1159005"/>
            <a:ext cx="10692755" cy="52761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j-ea"/>
                <a:cs typeface="ThaiBev Sans New Black" panose="00000A00000000000000" pitchFamily="50" charset="-34"/>
              </a:defRPr>
            </a:lvl1pPr>
          </a:lstStyle>
          <a:p>
            <a:endParaRPr lang="en-US" sz="1867">
              <a:solidFill>
                <a:schemeClr val="tx1"/>
              </a:solidFill>
              <a:latin typeface="ThaiBev Sans New" panose="00000500000000000000" pitchFamily="50" charset="-34"/>
              <a:cs typeface="ThaiBev Sans New" panose="00000500000000000000" pitchFamily="50" charset="-34"/>
            </a:endParaRPr>
          </a:p>
        </p:txBody>
      </p:sp>
      <p:sp>
        <p:nvSpPr>
          <p:cNvPr id="8" name="Table Placeholder 2">
            <a:extLst>
              <a:ext uri="{FF2B5EF4-FFF2-40B4-BE49-F238E27FC236}">
                <a16:creationId xmlns:a16="http://schemas.microsoft.com/office/drawing/2014/main" id="{41115A32-387C-4E4E-A698-5DA698671DE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288973" y="1174786"/>
            <a:ext cx="11304296" cy="4805940"/>
          </a:xfrm>
          <a:prstGeom prst="rect">
            <a:avLst/>
          </a:prstGeom>
        </p:spPr>
        <p:txBody>
          <a:bodyPr vert="horz"/>
          <a:lstStyle>
            <a:lvl1pPr>
              <a:defRPr sz="2800" b="0" i="0">
                <a:latin typeface="ThaiBev Sans New Regular"/>
                <a:cs typeface="ThaiBev Sans New Regular"/>
              </a:defRPr>
            </a:lvl1pPr>
          </a:lstStyle>
          <a:p>
            <a:r>
              <a:rPr lang="en-US"/>
              <a:t>Table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88012D1-1530-4379-8F1F-E0015A2E5C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0911" y="193040"/>
            <a:ext cx="10719749" cy="51682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800" b="0" i="0" baseline="0">
                <a:solidFill>
                  <a:schemeClr val="accent1"/>
                </a:solidFill>
                <a:latin typeface="ThaiBev Sans New Black" panose="00000A00000000000000" pitchFamily="50" charset="-34"/>
                <a:cs typeface="ThaiBev Sans New Black" panose="00000A00000000000000" pitchFamily="50" charset="-34"/>
              </a:defRPr>
            </a:lvl1pPr>
          </a:lstStyle>
          <a:p>
            <a:pPr lvl="0"/>
            <a:r>
              <a:rPr lang="en-US"/>
              <a:t>Headline Title (ThaiBev Sans New Black 28 point)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670A61-8ED3-1CBB-828B-3F2FE175EF65}"/>
              </a:ext>
            </a:extLst>
          </p:cNvPr>
          <p:cNvSpPr txBox="1">
            <a:spLocks/>
          </p:cNvSpPr>
          <p:nvPr userDrawn="1"/>
        </p:nvSpPr>
        <p:spPr>
          <a:xfrm>
            <a:off x="0" y="6598024"/>
            <a:ext cx="2844800" cy="282170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609585" rtl="0" eaLnBrk="1" latinLnBrk="0" hangingPunct="1">
              <a:defRPr lang="en-US" sz="9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2C89859-9428-1745-8F9A-C854207FEE4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0E014A-1782-047B-33D9-5FA63CDB1B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799" t="12115" r="7622" b="27975"/>
          <a:stretch/>
        </p:blipFill>
        <p:spPr>
          <a:xfrm>
            <a:off x="11267744" y="117334"/>
            <a:ext cx="819481" cy="8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30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261241-CE5F-1B82-33FE-0B964EAF60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573531" y="-202884"/>
            <a:ext cx="5046572" cy="715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D9F96B-F463-4072-A5E8-FDB304A72B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64170" y="6455193"/>
            <a:ext cx="12320337" cy="4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2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24" r:id="rId3"/>
    <p:sldLayoutId id="2147483708" r:id="rId4"/>
    <p:sldLayoutId id="2147483725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hyperlink" Target="https://miro.com/app/board/uXjVJ9h9F5M=/?moveToWidget=3458764644635496543&amp;cot=14" TargetMode="Externa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2" Type="http://schemas.openxmlformats.org/officeDocument/2006/relationships/hyperlink" Target="https://miro.com/app/board/uXjVJ9h9F5M=/?moveToWidget=3458764644635496543&amp;cot=14" TargetMode="Externa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diagramDrawing" Target="../diagrams/drawing10.xml"/><Relationship Id="rId2" Type="http://schemas.openxmlformats.org/officeDocument/2006/relationships/hyperlink" Target="https://miro.com/app/board/uXjVJ9h9F5M=/?moveToWidget=3458764644635496543&amp;cot=14" TargetMode="Externa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9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9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9.xml"/><Relationship Id="rId9" Type="http://schemas.openxmlformats.org/officeDocument/2006/relationships/diagramLayout" Target="../diagrams/layout10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27.jpe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E7AA1-A186-45BA-8CC0-1BE77F3ED6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42C89859-9428-1745-8F9A-C854207FEE4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DCB357-8C76-2C13-6DAE-698092DDD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426" y="1435858"/>
            <a:ext cx="8071807" cy="1663176"/>
          </a:xfrm>
        </p:spPr>
        <p:txBody>
          <a:bodyPr lIns="91440" tIns="45720" rIns="91440" bIns="45720" anchor="ctr"/>
          <a:lstStyle/>
          <a:p>
            <a:r>
              <a:rPr lang="en-US" sz="6000" b="1" dirty="0">
                <a:cs typeface="ThaiBev Sans New"/>
              </a:rPr>
              <a:t>User Manual</a:t>
            </a:r>
            <a:br>
              <a:rPr lang="en-US" b="1" dirty="0">
                <a:cs typeface="ThaiBev Sans New"/>
              </a:rPr>
            </a:br>
            <a:r>
              <a:rPr lang="en-US" sz="4000" b="1" dirty="0">
                <a:cs typeface="ThaiBev Sans New"/>
              </a:rPr>
              <a:t>End to End CROSS DOCKING</a:t>
            </a:r>
            <a:endParaRPr lang="en-US" b="1" dirty="0">
              <a:cs typeface="ThaiBev Sans New"/>
            </a:endParaRP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C3559DB5-4C76-75DA-62CF-AB3C18A16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426" y="3114293"/>
            <a:ext cx="5980541" cy="485603"/>
          </a:xfrm>
        </p:spPr>
        <p:txBody>
          <a:bodyPr/>
          <a:lstStyle/>
          <a:p>
            <a:r>
              <a:rPr lang="en-US" dirty="0">
                <a:cs typeface="ThaiBev Sans New"/>
              </a:rPr>
              <a:t>Fulfillment - Cross Docking Process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362024-4811-9781-B6BE-8553DD23C1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8426" y="4590554"/>
            <a:ext cx="5980543" cy="674963"/>
          </a:xfrm>
        </p:spPr>
        <p:txBody>
          <a:bodyPr vert="horz" lIns="91440" tIns="45720" rIns="91440" bIns="45720" anchor="ctr"/>
          <a:lstStyle/>
          <a:p>
            <a:r>
              <a:rPr lang="en-US" dirty="0">
                <a:cs typeface="ThaiBev Sans New"/>
              </a:rPr>
              <a:t>12 February 2026</a:t>
            </a:r>
          </a:p>
          <a:p>
            <a:r>
              <a:rPr lang="en-US" dirty="0">
                <a:cs typeface="ThaiBev Sans New"/>
              </a:rPr>
              <a:t>20 February 2026 – Update Screen Mockup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3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EFF9-786A-0DD9-F29F-BF19C8DF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0FAF28-EC84-C33E-30FD-0659D1B60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60142"/>
              </p:ext>
            </p:extLst>
          </p:nvPr>
        </p:nvGraphicFramePr>
        <p:xfrm>
          <a:off x="510789" y="2256680"/>
          <a:ext cx="8017302" cy="1996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13">
                  <a:extLst>
                    <a:ext uri="{9D8B030D-6E8A-4147-A177-3AD203B41FA5}">
                      <a16:colId xmlns:a16="http://schemas.microsoft.com/office/drawing/2014/main" val="398911610"/>
                    </a:ext>
                  </a:extLst>
                </a:gridCol>
                <a:gridCol w="7368989">
                  <a:extLst>
                    <a:ext uri="{9D8B030D-6E8A-4147-A177-3AD203B41FA5}">
                      <a16:colId xmlns:a16="http://schemas.microsoft.com/office/drawing/2014/main" val="1335180095"/>
                    </a:ext>
                  </a:extLst>
                </a:gridCol>
              </a:tblGrid>
              <a:tr h="60978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441853"/>
                  </a:ext>
                </a:extLst>
              </a:tr>
              <a:tr h="462237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i="0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ทาง </a:t>
                      </a:r>
                      <a:r>
                        <a:rPr kumimoji="0" lang="en-US" sz="1800" i="0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Operation </a:t>
                      </a:r>
                      <a:r>
                        <a:rPr kumimoji="0" lang="th-TH" sz="1800" i="0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ไม่ต้องการต้องเก็บสินค้าในคลัง</a:t>
                      </a:r>
                      <a:endParaRPr kumimoji="0" lang="en-US" sz="1800" i="0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865838"/>
                  </a:ext>
                </a:extLst>
              </a:tr>
              <a:tr h="462237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i="0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ลด </a:t>
                      </a:r>
                      <a:r>
                        <a:rPr kumimoji="0" lang="en-US" sz="1800" i="0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Operation Process </a:t>
                      </a:r>
                      <a:r>
                        <a:rPr kumimoji="0" lang="th-TH" sz="1800" i="0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ในการ </a:t>
                      </a:r>
                      <a:r>
                        <a:rPr kumimoji="0" lang="en-US" sz="1800" i="0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Manage Stock</a:t>
                      </a:r>
                      <a:r>
                        <a:rPr kumimoji="0" lang="th-TH" sz="1800" i="0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 ที่ </a:t>
                      </a:r>
                      <a:r>
                        <a:rPr kumimoji="0" lang="en-US" sz="1800" i="0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413692"/>
                  </a:ext>
                </a:extLst>
              </a:tr>
              <a:tr h="462237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80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ลดพื้นที่ในการจัดเก็บสินค้าใน</a:t>
                      </a:r>
                      <a:r>
                        <a:rPr kumimoji="0" lang="en-US" sz="180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 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118306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AF7F2-7F45-32E4-614D-79F8F9A037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50" y="1741074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th-TH" sz="2000" b="1">
                <a:solidFill>
                  <a:srgbClr val="000000"/>
                </a:solidFill>
                <a:latin typeface="ThaiBev Sans New Regular"/>
                <a:cs typeface="ThaiBev Sans New"/>
              </a:rPr>
              <a:t>ทำไมต้องทำ </a:t>
            </a:r>
            <a:r>
              <a:rPr lang="en-US" sz="2000" b="1">
                <a:solidFill>
                  <a:srgbClr val="000000"/>
                </a:solidFill>
                <a:latin typeface="ThaiBev Sans New Regular"/>
                <a:cs typeface="ThaiBev Sans New"/>
              </a:rPr>
              <a:t>Cross Dock Process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E7E121-B564-2025-F6F1-8A99DE5107B6}"/>
              </a:ext>
            </a:extLst>
          </p:cNvPr>
          <p:cNvSpPr txBox="1"/>
          <p:nvPr/>
        </p:nvSpPr>
        <p:spPr>
          <a:xfrm>
            <a:off x="657340" y="938061"/>
            <a:ext cx="832763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/>
              <a:t>คือ</a:t>
            </a:r>
            <a:r>
              <a:rPr lang="en-US" sz="2000" dirty="0"/>
              <a:t> </a:t>
            </a:r>
            <a:r>
              <a:rPr lang="en-US" sz="2000" dirty="0" err="1"/>
              <a:t>กระบวนการกระจายสินค้าแบบไม่ต้องนำสินค้าไปเก็บในคลังสินค้า</a:t>
            </a:r>
            <a:r>
              <a:rPr lang="en-US" sz="2000" dirty="0"/>
              <a:t> (Warehouse) </a:t>
            </a:r>
            <a:r>
              <a:rPr lang="en-US" sz="2000" dirty="0" err="1"/>
              <a:t>หรือเก็บไว้เพียงช่วงเวลาสั้นมาก</a:t>
            </a:r>
            <a:endParaRPr lang="en-US" sz="2000" dirty="0"/>
          </a:p>
          <a:p>
            <a:pPr algn="ctr"/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000D082-43D0-D4DF-39F6-D719D6BED39E}"/>
              </a:ext>
            </a:extLst>
          </p:cNvPr>
          <p:cNvSpPr txBox="1">
            <a:spLocks/>
          </p:cNvSpPr>
          <p:nvPr/>
        </p:nvSpPr>
        <p:spPr>
          <a:xfrm>
            <a:off x="310911" y="193040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Kanit Medium" panose="00000600000000000000" pitchFamily="2" charset="-34"/>
                <a:cs typeface="ThaiBev Sans New"/>
              </a:rPr>
              <a:t>Cross Docking</a:t>
            </a:r>
          </a:p>
        </p:txBody>
      </p:sp>
    </p:spTree>
    <p:extLst>
      <p:ext uri="{BB962C8B-B14F-4D97-AF65-F5344CB8AC3E}">
        <p14:creationId xmlns:p14="http://schemas.microsoft.com/office/powerpoint/2010/main" val="161695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2508-CD21-2ECC-7D22-14CE598B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1DA68E-C8C0-9A5C-8F0F-C1A6AD10AE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anchor="t"/>
          <a:lstStyle/>
          <a:p>
            <a:r>
              <a:rPr lang="en-US" b="1" dirty="0">
                <a:latin typeface="Kanit Medium" panose="00000600000000000000" pitchFamily="2" charset="-34"/>
                <a:cs typeface="ThaiBev Sans New"/>
              </a:rPr>
              <a:t>Cross Docking Process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5CE434-9082-DA9C-25B0-86B75372BF77}"/>
              </a:ext>
            </a:extLst>
          </p:cNvPr>
          <p:cNvSpPr/>
          <p:nvPr/>
        </p:nvSpPr>
        <p:spPr>
          <a:xfrm>
            <a:off x="4419362" y="2440124"/>
            <a:ext cx="3368040" cy="32136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3E09AC4-6FE2-78C4-6EC6-2F1548E499CD}"/>
              </a:ext>
            </a:extLst>
          </p:cNvPr>
          <p:cNvSpPr/>
          <p:nvPr/>
        </p:nvSpPr>
        <p:spPr>
          <a:xfrm>
            <a:off x="1197205" y="1223331"/>
            <a:ext cx="546755" cy="546755"/>
          </a:xfrm>
          <a:prstGeom prst="ellipse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Kanit Light" panose="00000400000000000000" pitchFamily="2" charset="-34"/>
                <a:cs typeface="ThaiBev Sans New"/>
              </a:rPr>
              <a:t>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FE75842-DFF1-400A-AE16-AE8A26AD2AD7}"/>
              </a:ext>
            </a:extLst>
          </p:cNvPr>
          <p:cNvSpPr/>
          <p:nvPr/>
        </p:nvSpPr>
        <p:spPr>
          <a:xfrm>
            <a:off x="5822623" y="1223330"/>
            <a:ext cx="546755" cy="546755"/>
          </a:xfrm>
          <a:prstGeom prst="ellipse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Kanit Light" panose="00000400000000000000" pitchFamily="2" charset="-34"/>
                <a:cs typeface="ThaiBev Sans New"/>
              </a:rPr>
              <a:t>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E73512-A829-0FA2-2BA9-8B0287547040}"/>
              </a:ext>
            </a:extLst>
          </p:cNvPr>
          <p:cNvSpPr/>
          <p:nvPr/>
        </p:nvSpPr>
        <p:spPr>
          <a:xfrm>
            <a:off x="10483906" y="1223331"/>
            <a:ext cx="546755" cy="546755"/>
          </a:xfrm>
          <a:prstGeom prst="ellipse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Kanit Light" panose="00000400000000000000" pitchFamily="2" charset="-34"/>
                <a:cs typeface="ThaiBev Sans New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FB2807-F2B3-D75F-14EC-E2AE50C64904}"/>
              </a:ext>
            </a:extLst>
          </p:cNvPr>
          <p:cNvSpPr txBox="1"/>
          <p:nvPr/>
        </p:nvSpPr>
        <p:spPr>
          <a:xfrm>
            <a:off x="697584" y="1826036"/>
            <a:ext cx="15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latin typeface="Kanit Light" panose="00000400000000000000" pitchFamily="2" charset="-34"/>
                <a:cs typeface="ThaiBev Sans New"/>
              </a:rPr>
              <a:t>INBOUND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C1C6D0-F056-C6B8-72DF-2C0574E799C0}"/>
              </a:ext>
            </a:extLst>
          </p:cNvPr>
          <p:cNvSpPr txBox="1"/>
          <p:nvPr/>
        </p:nvSpPr>
        <p:spPr>
          <a:xfrm>
            <a:off x="5323002" y="1826036"/>
            <a:ext cx="154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latin typeface="Kanit Light" panose="00000400000000000000" pitchFamily="2" charset="-34"/>
                <a:cs typeface="ThaiBev Sans New"/>
              </a:rPr>
              <a:t>SORTING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A0E73E-603B-B10E-6B04-A84788E69974}"/>
              </a:ext>
            </a:extLst>
          </p:cNvPr>
          <p:cNvSpPr txBox="1"/>
          <p:nvPr/>
        </p:nvSpPr>
        <p:spPr>
          <a:xfrm>
            <a:off x="9813953" y="1826036"/>
            <a:ext cx="1886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>
                <a:latin typeface="Kanit Light" panose="00000400000000000000" pitchFamily="2" charset="-34"/>
                <a:cs typeface="ThaiBev Sans New"/>
              </a:rPr>
              <a:t>OUTBOUND</a:t>
            </a: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6A25F930-0E30-D78B-BBAD-C82F2088FF70}"/>
              </a:ext>
            </a:extLst>
          </p:cNvPr>
          <p:cNvSpPr/>
          <p:nvPr/>
        </p:nvSpPr>
        <p:spPr>
          <a:xfrm>
            <a:off x="3245963" y="1372578"/>
            <a:ext cx="1074656" cy="397507"/>
          </a:xfrm>
          <a:prstGeom prst="rightArrow">
            <a:avLst/>
          </a:prstGeom>
          <a:solidFill>
            <a:srgbClr val="417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B7BD0132-B4B8-DF63-0AC0-C0C14E6D7959}"/>
              </a:ext>
            </a:extLst>
          </p:cNvPr>
          <p:cNvSpPr/>
          <p:nvPr/>
        </p:nvSpPr>
        <p:spPr>
          <a:xfrm>
            <a:off x="8272020" y="1372579"/>
            <a:ext cx="1074656" cy="397507"/>
          </a:xfrm>
          <a:prstGeom prst="rightArrow">
            <a:avLst/>
          </a:prstGeom>
          <a:solidFill>
            <a:srgbClr val="417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14B82CD-CBA9-3E54-DA6B-68C9C0898111}"/>
              </a:ext>
            </a:extLst>
          </p:cNvPr>
          <p:cNvSpPr/>
          <p:nvPr/>
        </p:nvSpPr>
        <p:spPr>
          <a:xfrm>
            <a:off x="4666868" y="2572099"/>
            <a:ext cx="2856321" cy="2960015"/>
          </a:xfrm>
          <a:prstGeom prst="rect">
            <a:avLst/>
          </a:prstGeom>
          <a:solidFill>
            <a:srgbClr val="EBEC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90D6B89-A9EC-F64B-D71E-E6180A03FEC1}"/>
              </a:ext>
            </a:extLst>
          </p:cNvPr>
          <p:cNvSpPr/>
          <p:nvPr/>
        </p:nvSpPr>
        <p:spPr>
          <a:xfrm>
            <a:off x="4522821" y="2572099"/>
            <a:ext cx="150829" cy="5793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AABCF23-31FF-20BC-C9C2-93E28D996C74}"/>
              </a:ext>
            </a:extLst>
          </p:cNvPr>
          <p:cNvSpPr/>
          <p:nvPr/>
        </p:nvSpPr>
        <p:spPr>
          <a:xfrm>
            <a:off x="4524392" y="4952807"/>
            <a:ext cx="150829" cy="5793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6709721-60C9-24AE-3D05-A71F7626143A}"/>
              </a:ext>
            </a:extLst>
          </p:cNvPr>
          <p:cNvSpPr/>
          <p:nvPr/>
        </p:nvSpPr>
        <p:spPr>
          <a:xfrm>
            <a:off x="4521211" y="3762453"/>
            <a:ext cx="150829" cy="5793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15EC36B-F1E4-E598-0663-93140C9F1C55}"/>
              </a:ext>
            </a:extLst>
          </p:cNvPr>
          <p:cNvSpPr/>
          <p:nvPr/>
        </p:nvSpPr>
        <p:spPr>
          <a:xfrm>
            <a:off x="7506266" y="2572099"/>
            <a:ext cx="150829" cy="5793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C10720E-F8E4-0B66-15CF-25F9162ECF18}"/>
              </a:ext>
            </a:extLst>
          </p:cNvPr>
          <p:cNvSpPr/>
          <p:nvPr/>
        </p:nvSpPr>
        <p:spPr>
          <a:xfrm>
            <a:off x="7507837" y="4952807"/>
            <a:ext cx="150829" cy="5793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E14463C-E4B8-699D-9D6E-56BB30C40612}"/>
              </a:ext>
            </a:extLst>
          </p:cNvPr>
          <p:cNvSpPr/>
          <p:nvPr/>
        </p:nvSpPr>
        <p:spPr>
          <a:xfrm>
            <a:off x="7504656" y="3762453"/>
            <a:ext cx="150829" cy="5793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Kanit Light" panose="00000400000000000000" pitchFamily="2" charset="-34"/>
              <a:cs typeface="ThaiBev Sans New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428F7F3-DC20-601C-FEFF-D5ED8C23CD96}"/>
              </a:ext>
            </a:extLst>
          </p:cNvPr>
          <p:cNvGrpSpPr/>
          <p:nvPr/>
        </p:nvGrpSpPr>
        <p:grpSpPr>
          <a:xfrm>
            <a:off x="3341563" y="2572098"/>
            <a:ext cx="1074656" cy="579308"/>
            <a:chOff x="3334181" y="2752626"/>
            <a:chExt cx="1074656" cy="579308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B42CAA9-76E0-F776-2B87-4EB09EE0788D}"/>
                </a:ext>
              </a:extLst>
            </p:cNvPr>
            <p:cNvSpPr/>
            <p:nvPr/>
          </p:nvSpPr>
          <p:spPr>
            <a:xfrm>
              <a:off x="3334181" y="2752626"/>
              <a:ext cx="1074656" cy="57930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EAB160C-6E3C-ABBB-694B-AB02F3E75DDB}"/>
                </a:ext>
              </a:extLst>
            </p:cNvPr>
            <p:cNvSpPr/>
            <p:nvPr/>
          </p:nvSpPr>
          <p:spPr>
            <a:xfrm>
              <a:off x="3334181" y="2752627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8CDD0C7-7D2D-65D5-7C56-2A4FC95AEF05}"/>
                </a:ext>
              </a:extLst>
            </p:cNvPr>
            <p:cNvSpPr/>
            <p:nvPr/>
          </p:nvSpPr>
          <p:spPr>
            <a:xfrm>
              <a:off x="3334181" y="3233414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42D401B-E806-2138-3612-5BB1153A49A0}"/>
              </a:ext>
            </a:extLst>
          </p:cNvPr>
          <p:cNvGrpSpPr/>
          <p:nvPr/>
        </p:nvGrpSpPr>
        <p:grpSpPr>
          <a:xfrm>
            <a:off x="3344706" y="3762453"/>
            <a:ext cx="1074656" cy="579308"/>
            <a:chOff x="3334181" y="2752626"/>
            <a:chExt cx="1074656" cy="579308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877F6B2-148A-3D86-B85D-9435DFE9184F}"/>
                </a:ext>
              </a:extLst>
            </p:cNvPr>
            <p:cNvSpPr/>
            <p:nvPr/>
          </p:nvSpPr>
          <p:spPr>
            <a:xfrm>
              <a:off x="3334181" y="2752626"/>
              <a:ext cx="1074656" cy="57930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C43C382-63FD-D9BF-8485-F10D8E29EC94}"/>
                </a:ext>
              </a:extLst>
            </p:cNvPr>
            <p:cNvSpPr/>
            <p:nvPr/>
          </p:nvSpPr>
          <p:spPr>
            <a:xfrm>
              <a:off x="3334181" y="2752627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F4FD808-FD6F-04EE-E5D5-DF177508198E}"/>
                </a:ext>
              </a:extLst>
            </p:cNvPr>
            <p:cNvSpPr/>
            <p:nvPr/>
          </p:nvSpPr>
          <p:spPr>
            <a:xfrm>
              <a:off x="3334181" y="3233414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66245D2-15FB-E840-13BC-C418335A6900}"/>
              </a:ext>
            </a:extLst>
          </p:cNvPr>
          <p:cNvGrpSpPr/>
          <p:nvPr/>
        </p:nvGrpSpPr>
        <p:grpSpPr>
          <a:xfrm>
            <a:off x="3335279" y="4952806"/>
            <a:ext cx="1074656" cy="579308"/>
            <a:chOff x="3334181" y="2752626"/>
            <a:chExt cx="1074656" cy="57930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3E0F957-54B7-1F75-A712-EF10B2F3EAA6}"/>
                </a:ext>
              </a:extLst>
            </p:cNvPr>
            <p:cNvSpPr/>
            <p:nvPr/>
          </p:nvSpPr>
          <p:spPr>
            <a:xfrm>
              <a:off x="3334181" y="2752626"/>
              <a:ext cx="1074656" cy="57930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6D1BE8F-10D0-6316-17F2-E0ABD9AD2D04}"/>
                </a:ext>
              </a:extLst>
            </p:cNvPr>
            <p:cNvSpPr/>
            <p:nvPr/>
          </p:nvSpPr>
          <p:spPr>
            <a:xfrm>
              <a:off x="3334181" y="2752627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447555E-9A1D-D972-72E4-15023737D3B7}"/>
                </a:ext>
              </a:extLst>
            </p:cNvPr>
            <p:cNvSpPr/>
            <p:nvPr/>
          </p:nvSpPr>
          <p:spPr>
            <a:xfrm>
              <a:off x="3334181" y="3233414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DF8CF14-963A-29DD-C187-8592C4B24A97}"/>
              </a:ext>
            </a:extLst>
          </p:cNvPr>
          <p:cNvGrpSpPr/>
          <p:nvPr/>
        </p:nvGrpSpPr>
        <p:grpSpPr>
          <a:xfrm>
            <a:off x="7784259" y="2572099"/>
            <a:ext cx="1074656" cy="579308"/>
            <a:chOff x="3334181" y="2752626"/>
            <a:chExt cx="1074656" cy="579308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7E16814-5F35-8B6C-C67E-AD837676C595}"/>
                </a:ext>
              </a:extLst>
            </p:cNvPr>
            <p:cNvSpPr/>
            <p:nvPr/>
          </p:nvSpPr>
          <p:spPr>
            <a:xfrm>
              <a:off x="3334181" y="2752626"/>
              <a:ext cx="1074656" cy="57930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50EDFDC-7F10-0A89-40AC-B8D13DFCFAD8}"/>
                </a:ext>
              </a:extLst>
            </p:cNvPr>
            <p:cNvSpPr/>
            <p:nvPr/>
          </p:nvSpPr>
          <p:spPr>
            <a:xfrm>
              <a:off x="3334181" y="2752627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9021E8B-5648-19E8-5173-54CC2CAA82C2}"/>
                </a:ext>
              </a:extLst>
            </p:cNvPr>
            <p:cNvSpPr/>
            <p:nvPr/>
          </p:nvSpPr>
          <p:spPr>
            <a:xfrm>
              <a:off x="3334181" y="3233414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1DAFE33-4332-C9BF-B77F-A2FA10525002}"/>
              </a:ext>
            </a:extLst>
          </p:cNvPr>
          <p:cNvGrpSpPr/>
          <p:nvPr/>
        </p:nvGrpSpPr>
        <p:grpSpPr>
          <a:xfrm>
            <a:off x="7784259" y="3757278"/>
            <a:ext cx="1074656" cy="579308"/>
            <a:chOff x="3334181" y="2752626"/>
            <a:chExt cx="1074656" cy="579308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287A659-3EAF-DEA3-DBAB-88C67E424080}"/>
                </a:ext>
              </a:extLst>
            </p:cNvPr>
            <p:cNvSpPr/>
            <p:nvPr/>
          </p:nvSpPr>
          <p:spPr>
            <a:xfrm>
              <a:off x="3334181" y="2752626"/>
              <a:ext cx="1074656" cy="57930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136249A-D330-00F7-9B25-47A19143E078}"/>
                </a:ext>
              </a:extLst>
            </p:cNvPr>
            <p:cNvSpPr/>
            <p:nvPr/>
          </p:nvSpPr>
          <p:spPr>
            <a:xfrm>
              <a:off x="3334181" y="2752627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42AC3A2-AF5F-5F38-1EF4-24F0B17794A0}"/>
                </a:ext>
              </a:extLst>
            </p:cNvPr>
            <p:cNvSpPr/>
            <p:nvPr/>
          </p:nvSpPr>
          <p:spPr>
            <a:xfrm>
              <a:off x="3334181" y="3233414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00AF072-E499-0573-58B1-4769ED4307ED}"/>
              </a:ext>
            </a:extLst>
          </p:cNvPr>
          <p:cNvGrpSpPr/>
          <p:nvPr/>
        </p:nvGrpSpPr>
        <p:grpSpPr>
          <a:xfrm>
            <a:off x="7796829" y="4952805"/>
            <a:ext cx="1074656" cy="579308"/>
            <a:chOff x="3334181" y="2752626"/>
            <a:chExt cx="1074656" cy="579308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71DECE1-86D6-5983-B680-496FCC680B4B}"/>
                </a:ext>
              </a:extLst>
            </p:cNvPr>
            <p:cNvSpPr/>
            <p:nvPr/>
          </p:nvSpPr>
          <p:spPr>
            <a:xfrm>
              <a:off x="3334181" y="2752626"/>
              <a:ext cx="1074656" cy="57930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965A900-5238-2A0A-2954-57C1804EBE39}"/>
                </a:ext>
              </a:extLst>
            </p:cNvPr>
            <p:cNvSpPr/>
            <p:nvPr/>
          </p:nvSpPr>
          <p:spPr>
            <a:xfrm>
              <a:off x="3334181" y="2752627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0ADCEB9-C803-1811-98EB-B6A0AF33488E}"/>
                </a:ext>
              </a:extLst>
            </p:cNvPr>
            <p:cNvSpPr/>
            <p:nvPr/>
          </p:nvSpPr>
          <p:spPr>
            <a:xfrm>
              <a:off x="3334181" y="3233414"/>
              <a:ext cx="1074656" cy="9852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1682092-0CB9-1C60-F3BC-3959BB0ED368}"/>
              </a:ext>
            </a:extLst>
          </p:cNvPr>
          <p:cNvGrpSpPr/>
          <p:nvPr/>
        </p:nvGrpSpPr>
        <p:grpSpPr>
          <a:xfrm>
            <a:off x="994634" y="2461683"/>
            <a:ext cx="1840706" cy="786790"/>
            <a:chOff x="1427247" y="2752625"/>
            <a:chExt cx="1327859" cy="579307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C63376E-12F9-ED51-8F15-C8DDF6B7DBA4}"/>
                </a:ext>
              </a:extLst>
            </p:cNvPr>
            <p:cNvSpPr/>
            <p:nvPr/>
          </p:nvSpPr>
          <p:spPr>
            <a:xfrm>
              <a:off x="1726406" y="2752625"/>
              <a:ext cx="1028700" cy="57930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C9E9C8F-7BA1-7B2E-6982-9E8EC1245752}"/>
                </a:ext>
              </a:extLst>
            </p:cNvPr>
            <p:cNvSpPr/>
            <p:nvPr/>
          </p:nvSpPr>
          <p:spPr>
            <a:xfrm>
              <a:off x="1769989" y="2814639"/>
              <a:ext cx="942255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0054623-DC2A-D910-A1BA-CA7E51F3B947}"/>
                </a:ext>
              </a:extLst>
            </p:cNvPr>
            <p:cNvSpPr/>
            <p:nvPr/>
          </p:nvSpPr>
          <p:spPr>
            <a:xfrm>
              <a:off x="1462088" y="2814638"/>
              <a:ext cx="264318" cy="4572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F0CA733-BC8E-42FA-F463-89F7E3BC2CCE}"/>
                </a:ext>
              </a:extLst>
            </p:cNvPr>
            <p:cNvSpPr/>
            <p:nvPr/>
          </p:nvSpPr>
          <p:spPr>
            <a:xfrm flipH="1">
              <a:off x="1490305" y="2813677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44CC154-272E-2333-3E1D-65A148449401}"/>
                </a:ext>
              </a:extLst>
            </p:cNvPr>
            <p:cNvSpPr/>
            <p:nvPr/>
          </p:nvSpPr>
          <p:spPr>
            <a:xfrm flipH="1">
              <a:off x="1682823" y="2814638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BD69906-1B34-7BEA-187C-C73F2907E3C5}"/>
                </a:ext>
              </a:extLst>
            </p:cNvPr>
            <p:cNvSpPr/>
            <p:nvPr/>
          </p:nvSpPr>
          <p:spPr>
            <a:xfrm>
              <a:off x="1428750" y="2851147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742B072-3E3E-03D0-6C7F-E3F60A075409}"/>
                </a:ext>
              </a:extLst>
            </p:cNvPr>
            <p:cNvSpPr/>
            <p:nvPr/>
          </p:nvSpPr>
          <p:spPr>
            <a:xfrm>
              <a:off x="1427247" y="3187695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FBF2E83-D3AC-F231-F9C8-B876CDC445CA}"/>
              </a:ext>
            </a:extLst>
          </p:cNvPr>
          <p:cNvGrpSpPr/>
          <p:nvPr/>
        </p:nvGrpSpPr>
        <p:grpSpPr>
          <a:xfrm>
            <a:off x="979869" y="3685056"/>
            <a:ext cx="1840706" cy="786790"/>
            <a:chOff x="1427247" y="2752625"/>
            <a:chExt cx="1327859" cy="57930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60D9C67-CE4A-38AE-2247-9167580DF3C6}"/>
                </a:ext>
              </a:extLst>
            </p:cNvPr>
            <p:cNvSpPr/>
            <p:nvPr/>
          </p:nvSpPr>
          <p:spPr>
            <a:xfrm>
              <a:off x="1726406" y="2752625"/>
              <a:ext cx="1028700" cy="57930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B91479C-523E-7EE7-EC53-5DC4D4843882}"/>
                </a:ext>
              </a:extLst>
            </p:cNvPr>
            <p:cNvSpPr/>
            <p:nvPr/>
          </p:nvSpPr>
          <p:spPr>
            <a:xfrm>
              <a:off x="1769989" y="2814639"/>
              <a:ext cx="942255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548B59B-DFDF-F388-3B1A-A85F37AC5C56}"/>
                </a:ext>
              </a:extLst>
            </p:cNvPr>
            <p:cNvSpPr/>
            <p:nvPr/>
          </p:nvSpPr>
          <p:spPr>
            <a:xfrm>
              <a:off x="1462088" y="2814638"/>
              <a:ext cx="264318" cy="4572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1F37782F-32ED-9B4E-00B0-9BDCA9F9C1E6}"/>
                </a:ext>
              </a:extLst>
            </p:cNvPr>
            <p:cNvSpPr/>
            <p:nvPr/>
          </p:nvSpPr>
          <p:spPr>
            <a:xfrm flipH="1">
              <a:off x="1490305" y="2813677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C7399A1-7E55-5619-0BC2-EAF69B339728}"/>
                </a:ext>
              </a:extLst>
            </p:cNvPr>
            <p:cNvSpPr/>
            <p:nvPr/>
          </p:nvSpPr>
          <p:spPr>
            <a:xfrm flipH="1">
              <a:off x="1682823" y="2814638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271CA4D-2C43-06E0-BCC0-9CB039B5E25A}"/>
                </a:ext>
              </a:extLst>
            </p:cNvPr>
            <p:cNvSpPr/>
            <p:nvPr/>
          </p:nvSpPr>
          <p:spPr>
            <a:xfrm>
              <a:off x="1428750" y="2851147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96FAC3-4185-253F-2B5F-061DE5C1B4B2}"/>
                </a:ext>
              </a:extLst>
            </p:cNvPr>
            <p:cNvSpPr/>
            <p:nvPr/>
          </p:nvSpPr>
          <p:spPr>
            <a:xfrm>
              <a:off x="1427247" y="3187695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03B984B-4CE3-BAFD-17F4-A80279D1FC2C}"/>
              </a:ext>
            </a:extLst>
          </p:cNvPr>
          <p:cNvGrpSpPr/>
          <p:nvPr/>
        </p:nvGrpSpPr>
        <p:grpSpPr>
          <a:xfrm>
            <a:off x="972487" y="4882326"/>
            <a:ext cx="1840706" cy="786790"/>
            <a:chOff x="1427247" y="2752625"/>
            <a:chExt cx="1327859" cy="579307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B70BFF6-ED86-5FB9-54B6-179AD8A53A89}"/>
                </a:ext>
              </a:extLst>
            </p:cNvPr>
            <p:cNvSpPr/>
            <p:nvPr/>
          </p:nvSpPr>
          <p:spPr>
            <a:xfrm>
              <a:off x="1726406" y="2752625"/>
              <a:ext cx="1028700" cy="57930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89C91FD5-7372-6271-2793-6DC6A5E55C5E}"/>
                </a:ext>
              </a:extLst>
            </p:cNvPr>
            <p:cNvSpPr/>
            <p:nvPr/>
          </p:nvSpPr>
          <p:spPr>
            <a:xfrm>
              <a:off x="1769989" y="2814639"/>
              <a:ext cx="942255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495CF88-503A-5D90-8B10-28737B25536A}"/>
                </a:ext>
              </a:extLst>
            </p:cNvPr>
            <p:cNvSpPr/>
            <p:nvPr/>
          </p:nvSpPr>
          <p:spPr>
            <a:xfrm>
              <a:off x="1462088" y="2814638"/>
              <a:ext cx="264318" cy="4572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6340908-B9AA-800F-C9F1-9C7A14ADFFAD}"/>
                </a:ext>
              </a:extLst>
            </p:cNvPr>
            <p:cNvSpPr/>
            <p:nvPr/>
          </p:nvSpPr>
          <p:spPr>
            <a:xfrm flipH="1">
              <a:off x="1490305" y="2813677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3B156C7-19E3-A79B-C10A-E836E9F2FEE5}"/>
                </a:ext>
              </a:extLst>
            </p:cNvPr>
            <p:cNvSpPr/>
            <p:nvPr/>
          </p:nvSpPr>
          <p:spPr>
            <a:xfrm flipH="1">
              <a:off x="1682823" y="2814638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C12A3A92-305E-FE1E-A1C1-E8D0F3A8FEC5}"/>
                </a:ext>
              </a:extLst>
            </p:cNvPr>
            <p:cNvSpPr/>
            <p:nvPr/>
          </p:nvSpPr>
          <p:spPr>
            <a:xfrm>
              <a:off x="1428750" y="2851147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9D2D23B-4400-75CB-1EEB-95C0E95AEDF3}"/>
                </a:ext>
              </a:extLst>
            </p:cNvPr>
            <p:cNvSpPr/>
            <p:nvPr/>
          </p:nvSpPr>
          <p:spPr>
            <a:xfrm>
              <a:off x="1427247" y="3187695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84489E5-4BE7-A980-BB82-427D67CAAA21}"/>
              </a:ext>
            </a:extLst>
          </p:cNvPr>
          <p:cNvGrpSpPr/>
          <p:nvPr/>
        </p:nvGrpSpPr>
        <p:grpSpPr>
          <a:xfrm rot="10800000">
            <a:off x="9376855" y="2461682"/>
            <a:ext cx="1840706" cy="786790"/>
            <a:chOff x="1427247" y="2752625"/>
            <a:chExt cx="1327859" cy="579307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ECB5A6E-3EBD-F39F-88E3-04FE850737ED}"/>
                </a:ext>
              </a:extLst>
            </p:cNvPr>
            <p:cNvSpPr/>
            <p:nvPr/>
          </p:nvSpPr>
          <p:spPr>
            <a:xfrm>
              <a:off x="1726406" y="2752625"/>
              <a:ext cx="1028700" cy="57930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182C3F8-610E-6952-FC04-100D4B2BE1CF}"/>
                </a:ext>
              </a:extLst>
            </p:cNvPr>
            <p:cNvSpPr/>
            <p:nvPr/>
          </p:nvSpPr>
          <p:spPr>
            <a:xfrm>
              <a:off x="1769989" y="2814639"/>
              <a:ext cx="942255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CFFEBB80-27B8-3BFF-8BC0-522C4F07638D}"/>
                </a:ext>
              </a:extLst>
            </p:cNvPr>
            <p:cNvSpPr/>
            <p:nvPr/>
          </p:nvSpPr>
          <p:spPr>
            <a:xfrm>
              <a:off x="1462088" y="2814638"/>
              <a:ext cx="264318" cy="4572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785C966-A3F2-3869-B95A-5F2D53F64698}"/>
                </a:ext>
              </a:extLst>
            </p:cNvPr>
            <p:cNvSpPr/>
            <p:nvPr/>
          </p:nvSpPr>
          <p:spPr>
            <a:xfrm flipH="1">
              <a:off x="1490305" y="2813677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4FBF5AF-11E8-5A65-93AC-9DF884167C6F}"/>
                </a:ext>
              </a:extLst>
            </p:cNvPr>
            <p:cNvSpPr/>
            <p:nvPr/>
          </p:nvSpPr>
          <p:spPr>
            <a:xfrm flipH="1">
              <a:off x="1682823" y="2814638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F14DB47E-616D-E8CB-93AC-A9AA3AEA7229}"/>
                </a:ext>
              </a:extLst>
            </p:cNvPr>
            <p:cNvSpPr/>
            <p:nvPr/>
          </p:nvSpPr>
          <p:spPr>
            <a:xfrm>
              <a:off x="1428750" y="2851147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960D0156-AA17-12E2-A17F-8288B72EFAC0}"/>
                </a:ext>
              </a:extLst>
            </p:cNvPr>
            <p:cNvSpPr/>
            <p:nvPr/>
          </p:nvSpPr>
          <p:spPr>
            <a:xfrm>
              <a:off x="1427247" y="3187695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89EA7C2-425D-0505-37F3-3F31685E496F}"/>
              </a:ext>
            </a:extLst>
          </p:cNvPr>
          <p:cNvGrpSpPr/>
          <p:nvPr/>
        </p:nvGrpSpPr>
        <p:grpSpPr>
          <a:xfrm rot="10800000">
            <a:off x="9362090" y="3685055"/>
            <a:ext cx="1840706" cy="786790"/>
            <a:chOff x="1427247" y="2752625"/>
            <a:chExt cx="1327859" cy="579307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314342AA-D40D-E766-1041-999A2A5196F3}"/>
                </a:ext>
              </a:extLst>
            </p:cNvPr>
            <p:cNvSpPr/>
            <p:nvPr/>
          </p:nvSpPr>
          <p:spPr>
            <a:xfrm>
              <a:off x="1726406" y="2752625"/>
              <a:ext cx="1028700" cy="57930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4529CDBC-475A-B373-2FDC-4A191EF28547}"/>
                </a:ext>
              </a:extLst>
            </p:cNvPr>
            <p:cNvSpPr/>
            <p:nvPr/>
          </p:nvSpPr>
          <p:spPr>
            <a:xfrm>
              <a:off x="1769989" y="2814639"/>
              <a:ext cx="942255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AF70FDAF-E42E-B7E4-0FED-6C6C2A61B701}"/>
                </a:ext>
              </a:extLst>
            </p:cNvPr>
            <p:cNvSpPr/>
            <p:nvPr/>
          </p:nvSpPr>
          <p:spPr>
            <a:xfrm>
              <a:off x="1462088" y="2814638"/>
              <a:ext cx="264318" cy="4572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611C259-C5B2-88FA-1B50-054E2D423531}"/>
                </a:ext>
              </a:extLst>
            </p:cNvPr>
            <p:cNvSpPr/>
            <p:nvPr/>
          </p:nvSpPr>
          <p:spPr>
            <a:xfrm flipH="1">
              <a:off x="1490305" y="2813677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5857C80D-116E-40AF-A8E7-F1EE7B601969}"/>
                </a:ext>
              </a:extLst>
            </p:cNvPr>
            <p:cNvSpPr/>
            <p:nvPr/>
          </p:nvSpPr>
          <p:spPr>
            <a:xfrm flipH="1">
              <a:off x="1682823" y="2814638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125F44B6-4AE8-8D25-FE1C-A7654A8E0148}"/>
                </a:ext>
              </a:extLst>
            </p:cNvPr>
            <p:cNvSpPr/>
            <p:nvPr/>
          </p:nvSpPr>
          <p:spPr>
            <a:xfrm>
              <a:off x="1428750" y="2851147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A408752-7E5F-4D9E-E702-FEB0CB02EAC5}"/>
                </a:ext>
              </a:extLst>
            </p:cNvPr>
            <p:cNvSpPr/>
            <p:nvPr/>
          </p:nvSpPr>
          <p:spPr>
            <a:xfrm>
              <a:off x="1427247" y="3187695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3F73B19-8EAC-7240-BCF3-530A325F753B}"/>
              </a:ext>
            </a:extLst>
          </p:cNvPr>
          <p:cNvGrpSpPr/>
          <p:nvPr/>
        </p:nvGrpSpPr>
        <p:grpSpPr>
          <a:xfrm rot="10800000">
            <a:off x="9354708" y="4882325"/>
            <a:ext cx="1840706" cy="786790"/>
            <a:chOff x="1427247" y="2752625"/>
            <a:chExt cx="1327859" cy="579307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D4C8252-2CF0-8AB7-783C-819C54EEC6AE}"/>
                </a:ext>
              </a:extLst>
            </p:cNvPr>
            <p:cNvSpPr/>
            <p:nvPr/>
          </p:nvSpPr>
          <p:spPr>
            <a:xfrm>
              <a:off x="1726406" y="2752625"/>
              <a:ext cx="1028700" cy="57930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3A89D380-7F5A-A061-BDED-70FF0806BFF5}"/>
                </a:ext>
              </a:extLst>
            </p:cNvPr>
            <p:cNvSpPr/>
            <p:nvPr/>
          </p:nvSpPr>
          <p:spPr>
            <a:xfrm>
              <a:off x="1769989" y="2814639"/>
              <a:ext cx="942255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6DEE9FC6-00C4-57BD-F904-E5581CAEACD2}"/>
                </a:ext>
              </a:extLst>
            </p:cNvPr>
            <p:cNvSpPr/>
            <p:nvPr/>
          </p:nvSpPr>
          <p:spPr>
            <a:xfrm>
              <a:off x="1462088" y="2814638"/>
              <a:ext cx="264318" cy="4572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926DA20-A366-5C69-35D7-E20B0997CEB4}"/>
                </a:ext>
              </a:extLst>
            </p:cNvPr>
            <p:cNvSpPr/>
            <p:nvPr/>
          </p:nvSpPr>
          <p:spPr>
            <a:xfrm flipH="1">
              <a:off x="1490305" y="2813677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5E340EF-64E2-4858-CA25-E8167FAC182F}"/>
                </a:ext>
              </a:extLst>
            </p:cNvPr>
            <p:cNvSpPr/>
            <p:nvPr/>
          </p:nvSpPr>
          <p:spPr>
            <a:xfrm flipH="1">
              <a:off x="1682823" y="2814638"/>
              <a:ext cx="45719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DDEF8D71-938A-60C6-9BB2-9D0A42C2FE68}"/>
                </a:ext>
              </a:extLst>
            </p:cNvPr>
            <p:cNvSpPr/>
            <p:nvPr/>
          </p:nvSpPr>
          <p:spPr>
            <a:xfrm>
              <a:off x="1428750" y="2851147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B7B230D-2D6A-7208-88A3-18AAEAAE4B22}"/>
                </a:ext>
              </a:extLst>
            </p:cNvPr>
            <p:cNvSpPr/>
            <p:nvPr/>
          </p:nvSpPr>
          <p:spPr>
            <a:xfrm>
              <a:off x="1427247" y="3187695"/>
              <a:ext cx="5212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Kanit Light" panose="00000400000000000000" pitchFamily="2" charset="-34"/>
                <a:cs typeface="ThaiBev Sans New"/>
              </a:endParaRPr>
            </a:p>
          </p:txBody>
        </p:sp>
      </p:grp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9A9444B-38FA-0877-9ED5-6D9688F76FE8}"/>
              </a:ext>
            </a:extLst>
          </p:cNvPr>
          <p:cNvSpPr/>
          <p:nvPr/>
        </p:nvSpPr>
        <p:spPr>
          <a:xfrm>
            <a:off x="5679075" y="2701414"/>
            <a:ext cx="169160" cy="3206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A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CC94732D-1475-5917-6F78-807E1C07479A}"/>
              </a:ext>
            </a:extLst>
          </p:cNvPr>
          <p:cNvSpPr/>
          <p:nvPr/>
        </p:nvSpPr>
        <p:spPr>
          <a:xfrm>
            <a:off x="5910123" y="2701413"/>
            <a:ext cx="169160" cy="3206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B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86ECD77-3C90-9FE4-9AB3-0DFB0A2970AE}"/>
              </a:ext>
            </a:extLst>
          </p:cNvPr>
          <p:cNvSpPr/>
          <p:nvPr/>
        </p:nvSpPr>
        <p:spPr>
          <a:xfrm>
            <a:off x="6154697" y="2701412"/>
            <a:ext cx="169160" cy="3206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B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4820AD9-1DF1-0192-8188-61DFB6D89835}"/>
              </a:ext>
            </a:extLst>
          </p:cNvPr>
          <p:cNvSpPr/>
          <p:nvPr/>
        </p:nvSpPr>
        <p:spPr>
          <a:xfrm>
            <a:off x="6385457" y="3852110"/>
            <a:ext cx="169160" cy="320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C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619F5DB-F88A-47E9-5BFD-3139C228E5CD}"/>
              </a:ext>
            </a:extLst>
          </p:cNvPr>
          <p:cNvSpPr/>
          <p:nvPr/>
        </p:nvSpPr>
        <p:spPr>
          <a:xfrm>
            <a:off x="6145620" y="3852109"/>
            <a:ext cx="169160" cy="320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C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8DB1E3DE-F345-FDEA-5042-D68FF742D9D9}"/>
              </a:ext>
            </a:extLst>
          </p:cNvPr>
          <p:cNvSpPr/>
          <p:nvPr/>
        </p:nvSpPr>
        <p:spPr>
          <a:xfrm>
            <a:off x="5904962" y="5035245"/>
            <a:ext cx="169160" cy="3206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B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1C7E79DB-5E24-1753-A9F8-3394C73FA834}"/>
              </a:ext>
            </a:extLst>
          </p:cNvPr>
          <p:cNvSpPr/>
          <p:nvPr/>
        </p:nvSpPr>
        <p:spPr>
          <a:xfrm>
            <a:off x="6149020" y="5035245"/>
            <a:ext cx="169160" cy="3206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B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BA6DE9B-E902-76BF-F23B-0D5ADA406B0C}"/>
              </a:ext>
            </a:extLst>
          </p:cNvPr>
          <p:cNvSpPr/>
          <p:nvPr/>
        </p:nvSpPr>
        <p:spPr>
          <a:xfrm>
            <a:off x="5679075" y="5041207"/>
            <a:ext cx="169160" cy="3206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A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8B36A904-EF5F-9004-1940-F12505022547}"/>
              </a:ext>
            </a:extLst>
          </p:cNvPr>
          <p:cNvSpPr/>
          <p:nvPr/>
        </p:nvSpPr>
        <p:spPr>
          <a:xfrm>
            <a:off x="6376076" y="5035245"/>
            <a:ext cx="169160" cy="320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C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EE1A6899-1289-631D-DBCA-7E7AC4E991E5}"/>
              </a:ext>
            </a:extLst>
          </p:cNvPr>
          <p:cNvSpPr/>
          <p:nvPr/>
        </p:nvSpPr>
        <p:spPr>
          <a:xfrm>
            <a:off x="5910123" y="3852108"/>
            <a:ext cx="169160" cy="3206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1587DE-BFE1-3BF4-5649-27153FBCDD97}"/>
              </a:ext>
            </a:extLst>
          </p:cNvPr>
          <p:cNvGrpSpPr/>
          <p:nvPr/>
        </p:nvGrpSpPr>
        <p:grpSpPr>
          <a:xfrm>
            <a:off x="1582182" y="3922566"/>
            <a:ext cx="870110" cy="320675"/>
            <a:chOff x="1582182" y="3922566"/>
            <a:chExt cx="870110" cy="320675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32EDEA16-E20B-3762-6FAB-433B4381DAB1}"/>
                </a:ext>
              </a:extLst>
            </p:cNvPr>
            <p:cNvSpPr/>
            <p:nvPr/>
          </p:nvSpPr>
          <p:spPr>
            <a:xfrm>
              <a:off x="1582182" y="3922566"/>
              <a:ext cx="169160" cy="3206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B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99163CC-C9F6-58A3-1EBF-F485075FE1C9}"/>
                </a:ext>
              </a:extLst>
            </p:cNvPr>
            <p:cNvSpPr/>
            <p:nvPr/>
          </p:nvSpPr>
          <p:spPr>
            <a:xfrm>
              <a:off x="1816020" y="3922566"/>
              <a:ext cx="169160" cy="3206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B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D2E7B304-F98D-9B3A-67A6-C8928DD3FED8}"/>
                </a:ext>
              </a:extLst>
            </p:cNvPr>
            <p:cNvSpPr/>
            <p:nvPr/>
          </p:nvSpPr>
          <p:spPr>
            <a:xfrm>
              <a:off x="2051628" y="3922566"/>
              <a:ext cx="169160" cy="3206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B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E3AC7F71-BA08-4E79-FDDB-D2C6A061FBC5}"/>
                </a:ext>
              </a:extLst>
            </p:cNvPr>
            <p:cNvSpPr/>
            <p:nvPr/>
          </p:nvSpPr>
          <p:spPr>
            <a:xfrm>
              <a:off x="2283132" y="3922566"/>
              <a:ext cx="169160" cy="3206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B</a:t>
              </a: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FEC8A90F-A004-8AFB-CC1C-8839C8A570C0}"/>
              </a:ext>
            </a:extLst>
          </p:cNvPr>
          <p:cNvSpPr txBox="1"/>
          <p:nvPr/>
        </p:nvSpPr>
        <p:spPr>
          <a:xfrm rot="5400000">
            <a:off x="5943830" y="2542438"/>
            <a:ext cx="369332" cy="190145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>
            <a:defPPr>
              <a:defRPr lang="en-US"/>
            </a:defPPr>
            <a:lvl1pPr>
              <a:defRPr sz="1800"/>
            </a:lvl1pPr>
          </a:lstStyle>
          <a:p>
            <a:pPr algn="ctr"/>
            <a:r>
              <a:rPr lang="en-US" sz="1200">
                <a:solidFill>
                  <a:schemeClr val="bg1">
                    <a:lumMod val="75000"/>
                  </a:schemeClr>
                </a:solidFill>
                <a:latin typeface="Kanit Light" panose="00000400000000000000" pitchFamily="2" charset="-34"/>
                <a:cs typeface="ThaiBev Sans New"/>
              </a:rPr>
              <a:t>Staging - Cross Dock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30275D59-ED35-4A37-E27F-F9F9D9910528}"/>
              </a:ext>
            </a:extLst>
          </p:cNvPr>
          <p:cNvSpPr/>
          <p:nvPr/>
        </p:nvSpPr>
        <p:spPr>
          <a:xfrm>
            <a:off x="9552190" y="2664254"/>
            <a:ext cx="169160" cy="3206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A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466C028-967E-3D5F-AF9C-20351D5F0A0A}"/>
              </a:ext>
            </a:extLst>
          </p:cNvPr>
          <p:cNvSpPr/>
          <p:nvPr/>
        </p:nvSpPr>
        <p:spPr>
          <a:xfrm>
            <a:off x="9796764" y="2668259"/>
            <a:ext cx="169160" cy="3206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B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59B8691-77EA-B570-F5F7-2E760F6ED1AA}"/>
              </a:ext>
            </a:extLst>
          </p:cNvPr>
          <p:cNvSpPr/>
          <p:nvPr/>
        </p:nvSpPr>
        <p:spPr>
          <a:xfrm>
            <a:off x="10051052" y="2668259"/>
            <a:ext cx="169160" cy="3206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B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204E242-7891-47D0-46DF-E41E7517297F}"/>
              </a:ext>
            </a:extLst>
          </p:cNvPr>
          <p:cNvSpPr/>
          <p:nvPr/>
        </p:nvSpPr>
        <p:spPr>
          <a:xfrm>
            <a:off x="9527821" y="3922565"/>
            <a:ext cx="169160" cy="320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C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CA49CA0E-12BD-6C45-BE57-97CC79DE768B}"/>
              </a:ext>
            </a:extLst>
          </p:cNvPr>
          <p:cNvSpPr/>
          <p:nvPr/>
        </p:nvSpPr>
        <p:spPr>
          <a:xfrm>
            <a:off x="10012231" y="3922566"/>
            <a:ext cx="169160" cy="320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C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F5DB518-28ED-36A0-612C-4AB32C7D1683}"/>
              </a:ext>
            </a:extLst>
          </p:cNvPr>
          <p:cNvSpPr/>
          <p:nvPr/>
        </p:nvSpPr>
        <p:spPr>
          <a:xfrm>
            <a:off x="9780727" y="3926254"/>
            <a:ext cx="169160" cy="3206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A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9DD2D07-1E94-2BA7-E4D7-404D98B8289E}"/>
              </a:ext>
            </a:extLst>
          </p:cNvPr>
          <p:cNvSpPr/>
          <p:nvPr/>
        </p:nvSpPr>
        <p:spPr>
          <a:xfrm>
            <a:off x="9508592" y="5113775"/>
            <a:ext cx="169160" cy="3206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B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A34CBC37-F7BB-0F0A-59CF-1C67A7E60188}"/>
              </a:ext>
            </a:extLst>
          </p:cNvPr>
          <p:cNvSpPr/>
          <p:nvPr/>
        </p:nvSpPr>
        <p:spPr>
          <a:xfrm>
            <a:off x="10220212" y="5109731"/>
            <a:ext cx="169160" cy="3206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B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CD2918A-B3A3-4F15-8E40-3F91324AE487}"/>
              </a:ext>
            </a:extLst>
          </p:cNvPr>
          <p:cNvSpPr/>
          <p:nvPr/>
        </p:nvSpPr>
        <p:spPr>
          <a:xfrm>
            <a:off x="9978007" y="5109730"/>
            <a:ext cx="169160" cy="3206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A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41D1845-AC41-F118-D334-9D0FC9F42E38}"/>
              </a:ext>
            </a:extLst>
          </p:cNvPr>
          <p:cNvSpPr/>
          <p:nvPr/>
        </p:nvSpPr>
        <p:spPr>
          <a:xfrm>
            <a:off x="9742510" y="5113775"/>
            <a:ext cx="169160" cy="320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C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7182EF-0DA1-4FE7-8581-00A8296D56A2}"/>
              </a:ext>
            </a:extLst>
          </p:cNvPr>
          <p:cNvGrpSpPr/>
          <p:nvPr/>
        </p:nvGrpSpPr>
        <p:grpSpPr>
          <a:xfrm>
            <a:off x="1582182" y="2696022"/>
            <a:ext cx="866063" cy="326067"/>
            <a:chOff x="1582182" y="2696022"/>
            <a:chExt cx="866063" cy="326067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413DAAE-0674-4EF9-25AD-28763F4D4835}"/>
                </a:ext>
              </a:extLst>
            </p:cNvPr>
            <p:cNvSpPr/>
            <p:nvPr/>
          </p:nvSpPr>
          <p:spPr>
            <a:xfrm>
              <a:off x="1582182" y="2696022"/>
              <a:ext cx="169160" cy="32067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A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ED5C11A8-56B8-2ED1-2E36-80B41AF61C7F}"/>
                </a:ext>
              </a:extLst>
            </p:cNvPr>
            <p:cNvSpPr/>
            <p:nvPr/>
          </p:nvSpPr>
          <p:spPr>
            <a:xfrm>
              <a:off x="1816905" y="2696022"/>
              <a:ext cx="169160" cy="32067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A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4969E319-73F4-F7BE-287F-548C6F78229E}"/>
                </a:ext>
              </a:extLst>
            </p:cNvPr>
            <p:cNvSpPr/>
            <p:nvPr/>
          </p:nvSpPr>
          <p:spPr>
            <a:xfrm>
              <a:off x="2051628" y="2696022"/>
              <a:ext cx="169160" cy="32067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A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04478F-0747-6F1A-6BF9-C9644A40CD4D}"/>
                </a:ext>
              </a:extLst>
            </p:cNvPr>
            <p:cNvSpPr/>
            <p:nvPr/>
          </p:nvSpPr>
          <p:spPr>
            <a:xfrm>
              <a:off x="2279085" y="2701414"/>
              <a:ext cx="169160" cy="32067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A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08A4A6-A4C5-6833-D591-4B0BC050BEFB}"/>
              </a:ext>
            </a:extLst>
          </p:cNvPr>
          <p:cNvGrpSpPr/>
          <p:nvPr/>
        </p:nvGrpSpPr>
        <p:grpSpPr>
          <a:xfrm>
            <a:off x="1583554" y="5133466"/>
            <a:ext cx="861083" cy="320675"/>
            <a:chOff x="1583554" y="5133466"/>
            <a:chExt cx="861083" cy="320675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2A035F16-9B98-63EF-FF91-FAEFA1D5F885}"/>
                </a:ext>
              </a:extLst>
            </p:cNvPr>
            <p:cNvSpPr/>
            <p:nvPr/>
          </p:nvSpPr>
          <p:spPr>
            <a:xfrm>
              <a:off x="1583554" y="5133466"/>
              <a:ext cx="169160" cy="3206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C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F09B16F0-2FA9-6644-9454-8AC3D0CE1A44}"/>
                </a:ext>
              </a:extLst>
            </p:cNvPr>
            <p:cNvSpPr/>
            <p:nvPr/>
          </p:nvSpPr>
          <p:spPr>
            <a:xfrm>
              <a:off x="1817392" y="5133466"/>
              <a:ext cx="169160" cy="3206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C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D80CF3A8-793D-4DC9-FE72-1BEEEAB3D38B}"/>
                </a:ext>
              </a:extLst>
            </p:cNvPr>
            <p:cNvSpPr/>
            <p:nvPr/>
          </p:nvSpPr>
          <p:spPr>
            <a:xfrm>
              <a:off x="2053000" y="5133466"/>
              <a:ext cx="169160" cy="3206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C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B64EB5-D302-E2C3-CF80-91B48F01B269}"/>
                </a:ext>
              </a:extLst>
            </p:cNvPr>
            <p:cNvSpPr/>
            <p:nvPr/>
          </p:nvSpPr>
          <p:spPr>
            <a:xfrm>
              <a:off x="2275477" y="5133466"/>
              <a:ext cx="169160" cy="3206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C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97C3202-9A1B-2DFD-530E-893DA22613CE}"/>
              </a:ext>
            </a:extLst>
          </p:cNvPr>
          <p:cNvSpPr/>
          <p:nvPr/>
        </p:nvSpPr>
        <p:spPr>
          <a:xfrm>
            <a:off x="6385457" y="2701412"/>
            <a:ext cx="169160" cy="320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B86706-CE8E-E2FC-38A4-B9ED40A3812B}"/>
              </a:ext>
            </a:extLst>
          </p:cNvPr>
          <p:cNvSpPr/>
          <p:nvPr/>
        </p:nvSpPr>
        <p:spPr>
          <a:xfrm>
            <a:off x="5679075" y="3852110"/>
            <a:ext cx="169160" cy="3206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A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85BACD-486A-509F-053A-2CFDB11612BF}"/>
              </a:ext>
            </a:extLst>
          </p:cNvPr>
          <p:cNvGrpSpPr/>
          <p:nvPr/>
        </p:nvGrpSpPr>
        <p:grpSpPr>
          <a:xfrm>
            <a:off x="3403153" y="2701414"/>
            <a:ext cx="866063" cy="326067"/>
            <a:chOff x="1582182" y="2696022"/>
            <a:chExt cx="866063" cy="32606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60C962C-EFC5-203C-5B09-9601D249E5F0}"/>
                </a:ext>
              </a:extLst>
            </p:cNvPr>
            <p:cNvSpPr/>
            <p:nvPr/>
          </p:nvSpPr>
          <p:spPr>
            <a:xfrm>
              <a:off x="1582182" y="2696022"/>
              <a:ext cx="169160" cy="32067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AF748A-086B-43CD-A077-A1A09663AD53}"/>
                </a:ext>
              </a:extLst>
            </p:cNvPr>
            <p:cNvSpPr/>
            <p:nvPr/>
          </p:nvSpPr>
          <p:spPr>
            <a:xfrm>
              <a:off x="1816905" y="2696022"/>
              <a:ext cx="169160" cy="32067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A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1C8EE2D-71A4-8E83-0DA5-8E67CE7CE17B}"/>
                </a:ext>
              </a:extLst>
            </p:cNvPr>
            <p:cNvSpPr/>
            <p:nvPr/>
          </p:nvSpPr>
          <p:spPr>
            <a:xfrm>
              <a:off x="2051628" y="2696022"/>
              <a:ext cx="169160" cy="32067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A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662A68E-2B43-85E8-2CE6-E3A2349F81F3}"/>
                </a:ext>
              </a:extLst>
            </p:cNvPr>
            <p:cNvSpPr/>
            <p:nvPr/>
          </p:nvSpPr>
          <p:spPr>
            <a:xfrm>
              <a:off x="2279085" y="2701414"/>
              <a:ext cx="169160" cy="32067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A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47D880-17C7-B510-7FCA-7CB5C982F9E8}"/>
              </a:ext>
            </a:extLst>
          </p:cNvPr>
          <p:cNvGrpSpPr/>
          <p:nvPr/>
        </p:nvGrpSpPr>
        <p:grpSpPr>
          <a:xfrm>
            <a:off x="3408748" y="3886594"/>
            <a:ext cx="870110" cy="320675"/>
            <a:chOff x="1582182" y="3922566"/>
            <a:chExt cx="870110" cy="3206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98CD4D7-6D5F-69C8-6B62-EDCC8EB75F6D}"/>
                </a:ext>
              </a:extLst>
            </p:cNvPr>
            <p:cNvSpPr/>
            <p:nvPr/>
          </p:nvSpPr>
          <p:spPr>
            <a:xfrm>
              <a:off x="1582182" y="3922566"/>
              <a:ext cx="169160" cy="3206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B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127056C-D87F-630A-35CC-DDBC10388DDE}"/>
                </a:ext>
              </a:extLst>
            </p:cNvPr>
            <p:cNvSpPr/>
            <p:nvPr/>
          </p:nvSpPr>
          <p:spPr>
            <a:xfrm>
              <a:off x="1816020" y="3922566"/>
              <a:ext cx="169160" cy="3206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B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EEB92BE-74DE-0649-296B-C3667E947A4A}"/>
                </a:ext>
              </a:extLst>
            </p:cNvPr>
            <p:cNvSpPr/>
            <p:nvPr/>
          </p:nvSpPr>
          <p:spPr>
            <a:xfrm>
              <a:off x="2051628" y="3922566"/>
              <a:ext cx="169160" cy="3206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B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C0789DF-9570-4DE9-B5BE-90AB553AC50B}"/>
                </a:ext>
              </a:extLst>
            </p:cNvPr>
            <p:cNvSpPr/>
            <p:nvPr/>
          </p:nvSpPr>
          <p:spPr>
            <a:xfrm>
              <a:off x="2283132" y="3922566"/>
              <a:ext cx="169160" cy="32067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B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A5A59C8-4C48-2FEA-8AEA-B6641CB1B159}"/>
              </a:ext>
            </a:extLst>
          </p:cNvPr>
          <p:cNvSpPr txBox="1"/>
          <p:nvPr/>
        </p:nvSpPr>
        <p:spPr>
          <a:xfrm>
            <a:off x="3139739" y="2375457"/>
            <a:ext cx="1545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Dock Area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611377-FFFD-6785-C47C-27CD11D331F0}"/>
              </a:ext>
            </a:extLst>
          </p:cNvPr>
          <p:cNvSpPr txBox="1"/>
          <p:nvPr/>
        </p:nvSpPr>
        <p:spPr>
          <a:xfrm>
            <a:off x="3139739" y="3575790"/>
            <a:ext cx="1545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Dock Area 2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D4DC149-8382-26DB-3AE7-DA5C7FC5D8D6}"/>
              </a:ext>
            </a:extLst>
          </p:cNvPr>
          <p:cNvGrpSpPr/>
          <p:nvPr/>
        </p:nvGrpSpPr>
        <p:grpSpPr>
          <a:xfrm>
            <a:off x="3411873" y="5082122"/>
            <a:ext cx="861083" cy="320675"/>
            <a:chOff x="1583554" y="5133466"/>
            <a:chExt cx="861083" cy="32067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53A2EF6-21CC-2778-662A-7DE1991644ED}"/>
                </a:ext>
              </a:extLst>
            </p:cNvPr>
            <p:cNvSpPr/>
            <p:nvPr/>
          </p:nvSpPr>
          <p:spPr>
            <a:xfrm>
              <a:off x="1583554" y="5133466"/>
              <a:ext cx="169160" cy="3206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C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8D279BF-E1B9-DF42-DD79-03E829046A56}"/>
                </a:ext>
              </a:extLst>
            </p:cNvPr>
            <p:cNvSpPr/>
            <p:nvPr/>
          </p:nvSpPr>
          <p:spPr>
            <a:xfrm>
              <a:off x="1817392" y="5133466"/>
              <a:ext cx="169160" cy="3206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C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C447BD5-774F-FDA0-0C68-840C6245AE91}"/>
                </a:ext>
              </a:extLst>
            </p:cNvPr>
            <p:cNvSpPr/>
            <p:nvPr/>
          </p:nvSpPr>
          <p:spPr>
            <a:xfrm>
              <a:off x="2053000" y="5133466"/>
              <a:ext cx="169160" cy="3206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C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8D43C06-12D4-11C3-BF5F-A674F262CCEB}"/>
                </a:ext>
              </a:extLst>
            </p:cNvPr>
            <p:cNvSpPr/>
            <p:nvPr/>
          </p:nvSpPr>
          <p:spPr>
            <a:xfrm>
              <a:off x="2275477" y="5133466"/>
              <a:ext cx="169160" cy="3206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latin typeface="Kanit Light" panose="00000400000000000000" pitchFamily="2" charset="-34"/>
                  <a:cs typeface="ThaiBev Sans New"/>
                </a:rPr>
                <a:t>C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33D35B9-FCFE-8478-C324-4210A49880DB}"/>
              </a:ext>
            </a:extLst>
          </p:cNvPr>
          <p:cNvSpPr txBox="1"/>
          <p:nvPr/>
        </p:nvSpPr>
        <p:spPr>
          <a:xfrm>
            <a:off x="3142585" y="4756807"/>
            <a:ext cx="1545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Dock Area 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9DF293-9121-687D-D15F-8FF35FB553AF}"/>
              </a:ext>
            </a:extLst>
          </p:cNvPr>
          <p:cNvSpPr txBox="1"/>
          <p:nvPr/>
        </p:nvSpPr>
        <p:spPr>
          <a:xfrm>
            <a:off x="7551395" y="2382219"/>
            <a:ext cx="1545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Staging Area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8511EA-6114-FA4C-2526-AF3084D75E6A}"/>
              </a:ext>
            </a:extLst>
          </p:cNvPr>
          <p:cNvSpPr txBox="1"/>
          <p:nvPr/>
        </p:nvSpPr>
        <p:spPr>
          <a:xfrm>
            <a:off x="7499022" y="3567916"/>
            <a:ext cx="1545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Staging Area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778DED-5A97-2A88-8F74-8AE9D31A91C9}"/>
              </a:ext>
            </a:extLst>
          </p:cNvPr>
          <p:cNvSpPr txBox="1"/>
          <p:nvPr/>
        </p:nvSpPr>
        <p:spPr>
          <a:xfrm>
            <a:off x="7542699" y="4754283"/>
            <a:ext cx="1545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Kanit Light" panose="00000400000000000000" pitchFamily="2" charset="-34"/>
                <a:cs typeface="ThaiBev Sans New"/>
              </a:rPr>
              <a:t>Staging Area 3</a:t>
            </a:r>
          </a:p>
        </p:txBody>
      </p:sp>
    </p:spTree>
    <p:extLst>
      <p:ext uri="{BB962C8B-B14F-4D97-AF65-F5344CB8AC3E}">
        <p14:creationId xmlns:p14="http://schemas.microsoft.com/office/powerpoint/2010/main" val="3980858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A5435-C606-348A-C732-E910C521E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8BC210-9A5A-CDF7-484F-4C5E1337E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00394"/>
              </p:ext>
            </p:extLst>
          </p:nvPr>
        </p:nvGraphicFramePr>
        <p:xfrm>
          <a:off x="436416" y="989860"/>
          <a:ext cx="10805325" cy="3286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13">
                  <a:extLst>
                    <a:ext uri="{9D8B030D-6E8A-4147-A177-3AD203B41FA5}">
                      <a16:colId xmlns:a16="http://schemas.microsoft.com/office/drawing/2014/main" val="398911610"/>
                    </a:ext>
                  </a:extLst>
                </a:gridCol>
                <a:gridCol w="10157012">
                  <a:extLst>
                    <a:ext uri="{9D8B030D-6E8A-4147-A177-3AD203B41FA5}">
                      <a16:colId xmlns:a16="http://schemas.microsoft.com/office/drawing/2014/main" val="1335180095"/>
                    </a:ext>
                  </a:extLst>
                </a:gridCol>
              </a:tblGrid>
              <a:tr h="60978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Business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441853"/>
                  </a:ext>
                </a:extLst>
              </a:tr>
              <a:tr h="462237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รองรับ </a:t>
                      </a:r>
                      <a:r>
                        <a:rPr lang="en-US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Location </a:t>
                      </a:r>
                      <a:r>
                        <a:rPr lang="th-TH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ที่ไม่มี </a:t>
                      </a:r>
                      <a:r>
                        <a:rPr lang="en-US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WMS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8658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สินค้าไม่ต้อง </a:t>
                      </a:r>
                      <a:r>
                        <a:rPr lang="en-US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Control Master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135310"/>
                  </a:ext>
                </a:extLst>
              </a:tr>
              <a:tr h="439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Sorting Process </a:t>
                      </a:r>
                      <a:r>
                        <a:rPr lang="th-TH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ด้วยขั้นตอนที่น้อยกว่าระบบ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WMS</a:t>
                      </a:r>
                      <a:endParaRPr lang="th-TH" sz="1800" kern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  <a:sym typeface="Wingdings" panose="05000000000000000000" pitchFamily="2" charset="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565459"/>
                  </a:ext>
                </a:extLst>
              </a:tr>
              <a:tr h="439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เพื่อไม่ให้กระทบงาน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Operation </a:t>
                      </a:r>
                      <a:r>
                        <a:rPr lang="th-TH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ที่ต้องทำการเบิก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Stock </a:t>
                      </a:r>
                      <a:r>
                        <a:rPr lang="th-TH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บนระบบ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WMS</a:t>
                      </a:r>
                      <a:endParaRPr lang="th-TH" sz="1800" kern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  <a:sym typeface="Wingdings" panose="05000000000000000000" pitchFamily="2" charset="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254336"/>
                  </a:ext>
                </a:extLst>
              </a:tr>
              <a:tr h="439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มีความยืดหยุ่นในการพัฒนาระบบให้รองรับตามการทำงานของ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Business </a:t>
                      </a:r>
                      <a:r>
                        <a:rPr lang="th-TH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ที่เปลี่ยนแปลง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699507"/>
                  </a:ext>
                </a:extLst>
              </a:tr>
              <a:tr h="439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6.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kern="1200" dirty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ไม่มีค่า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License </a:t>
                      </a:r>
                      <a:r>
                        <a:rPr lang="th-TH" sz="1800" kern="1200" dirty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ในการใช้งานระบบ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th-TH" sz="1800" kern="1200" dirty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เป็นการ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Login </a:t>
                      </a:r>
                      <a:r>
                        <a:rPr lang="th-TH" sz="1800" kern="1200" dirty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ผ่าน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AD User)</a:t>
                      </a:r>
                      <a:endParaRPr lang="th-TH" sz="1800" kern="1200" dirty="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  <a:sym typeface="Wingdings" panose="05000000000000000000" pitchFamily="2" charset="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27678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9179E-1D6E-B28C-C684-CA9C152EB5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anchor="t"/>
          <a:lstStyle/>
          <a:p>
            <a:r>
              <a:rPr lang="th-TH" b="1" dirty="0">
                <a:cs typeface="ThaiBev Sans New"/>
              </a:rPr>
              <a:t>ทำไมต้องแยก </a:t>
            </a:r>
            <a:r>
              <a:rPr lang="en-US" b="1" dirty="0">
                <a:cs typeface="ThaiBev Sans New"/>
              </a:rPr>
              <a:t>“CROSS DOCKING</a:t>
            </a:r>
            <a:r>
              <a:rPr lang="th-TH" b="1" dirty="0">
                <a:cs typeface="ThaiBev Sans New"/>
              </a:rPr>
              <a:t> </a:t>
            </a:r>
            <a:r>
              <a:rPr lang="en-US" b="1" dirty="0">
                <a:cs typeface="ThaiBev Sans New"/>
              </a:rPr>
              <a:t>Process”</a:t>
            </a:r>
            <a:r>
              <a:rPr lang="th-TH" b="1" dirty="0">
                <a:cs typeface="ThaiBev Sans New"/>
              </a:rPr>
              <a:t> ออกจากระบบ </a:t>
            </a:r>
            <a:r>
              <a:rPr lang="en-US" b="1" dirty="0">
                <a:cs typeface="ThaiBev Sans New"/>
              </a:rPr>
              <a:t>WMS ?</a:t>
            </a:r>
          </a:p>
        </p:txBody>
      </p:sp>
    </p:spTree>
    <p:extLst>
      <p:ext uri="{BB962C8B-B14F-4D97-AF65-F5344CB8AC3E}">
        <p14:creationId xmlns:p14="http://schemas.microsoft.com/office/powerpoint/2010/main" val="454823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019591-918D-3F7B-C8F0-DAA2B98DEB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1562" y="174679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ThaiBev Sans New Black"/>
                <a:cs typeface="ThaiBev Sans New"/>
              </a:rPr>
              <a:t>User Journey</a:t>
            </a:r>
            <a:endParaRPr lang="en-US" b="1">
              <a:cs typeface="ThaiBev Sans New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4B76BA0-21CF-6EDA-16A7-C00EBF43E7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1714431"/>
              </p:ext>
            </p:extLst>
          </p:nvPr>
        </p:nvGraphicFramePr>
        <p:xfrm>
          <a:off x="229905" y="1094232"/>
          <a:ext cx="11062475" cy="469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16DE579-B394-E175-1C43-BD0C449A2EAB}"/>
              </a:ext>
            </a:extLst>
          </p:cNvPr>
          <p:cNvSpPr/>
          <p:nvPr/>
        </p:nvSpPr>
        <p:spPr>
          <a:xfrm>
            <a:off x="546682" y="1756064"/>
            <a:ext cx="1483603" cy="3543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เปิดคำสั่งขน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741CD-5E47-AC7A-BD01-6937298A5FF7}"/>
              </a:ext>
            </a:extLst>
          </p:cNvPr>
          <p:cNvSpPr/>
          <p:nvPr/>
        </p:nvSpPr>
        <p:spPr>
          <a:xfrm>
            <a:off x="2598976" y="1754085"/>
            <a:ext cx="1685578" cy="3635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ตรวจสอบคำสั่งขนสินค้า</a:t>
            </a:r>
            <a:r>
              <a:rPr lang="en-US" sz="1400" dirty="0"/>
              <a:t> (TR)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800A8E-8C2D-7D70-8EE7-6FE8B05037DF}"/>
              </a:ext>
            </a:extLst>
          </p:cNvPr>
          <p:cNvSpPr/>
          <p:nvPr/>
        </p:nvSpPr>
        <p:spPr>
          <a:xfrm>
            <a:off x="4707985" y="1746884"/>
            <a:ext cx="1686901" cy="3635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ตรวจสอบคำสั่งขนสินค้า</a:t>
            </a:r>
            <a:r>
              <a:rPr lang="en-US" sz="1400" dirty="0"/>
              <a:t> (TO)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953435-637B-5975-4D43-019F84515060}"/>
              </a:ext>
            </a:extLst>
          </p:cNvPr>
          <p:cNvSpPr/>
          <p:nvPr/>
        </p:nvSpPr>
        <p:spPr>
          <a:xfrm>
            <a:off x="4709089" y="2261003"/>
            <a:ext cx="1685797" cy="3635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วางแผนขนสินค้า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5F67CD-2819-3BBB-430A-B5739433B150}"/>
              </a:ext>
            </a:extLst>
          </p:cNvPr>
          <p:cNvSpPr/>
          <p:nvPr/>
        </p:nvSpPr>
        <p:spPr>
          <a:xfrm>
            <a:off x="4708723" y="2775123"/>
            <a:ext cx="1686163" cy="3635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จัดหารถ</a:t>
            </a:r>
            <a:r>
              <a:rPr lang="en-US" sz="1400" dirty="0"/>
              <a:t> </a:t>
            </a:r>
            <a:r>
              <a:rPr lang="en-US" sz="1400" dirty="0" err="1"/>
              <a:t>และ</a:t>
            </a:r>
            <a:r>
              <a:rPr lang="en-US" sz="1400" dirty="0"/>
              <a:t> </a:t>
            </a:r>
            <a:r>
              <a:rPr lang="en-US" sz="1400" dirty="0" err="1"/>
              <a:t>พขร</a:t>
            </a:r>
            <a:r>
              <a:rPr lang="en-US" sz="14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7ABBDB-8D23-9F14-5B76-BDB07A537424}"/>
              </a:ext>
            </a:extLst>
          </p:cNvPr>
          <p:cNvSpPr/>
          <p:nvPr/>
        </p:nvSpPr>
        <p:spPr>
          <a:xfrm>
            <a:off x="4707985" y="3316787"/>
            <a:ext cx="1686163" cy="3635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ประสานงานกับ</a:t>
            </a:r>
            <a:r>
              <a:rPr lang="en-US" sz="1400"/>
              <a:t> WH / HUB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632B8C-09D0-1533-0B90-E2D78D03EA7D}"/>
              </a:ext>
            </a:extLst>
          </p:cNvPr>
          <p:cNvSpPr/>
          <p:nvPr/>
        </p:nvSpPr>
        <p:spPr>
          <a:xfrm>
            <a:off x="4715326" y="3828151"/>
            <a:ext cx="1678822" cy="10337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Case Cross Dock</a:t>
            </a:r>
          </a:p>
          <a:p>
            <a:pPr algn="ctr"/>
            <a:r>
              <a:rPr lang="en-US" sz="1400" dirty="0" err="1"/>
              <a:t>สร้าง</a:t>
            </a:r>
            <a:r>
              <a:rPr lang="en-US" sz="1400" dirty="0"/>
              <a:t> Shipment#1</a:t>
            </a:r>
          </a:p>
          <a:p>
            <a:pPr algn="ctr"/>
            <a:r>
              <a:rPr lang="en-US" sz="1400" dirty="0"/>
              <a:t>    - WH to HUB -</a:t>
            </a:r>
          </a:p>
          <a:p>
            <a:pPr algn="ctr"/>
            <a:r>
              <a:rPr lang="en-US" sz="1400" dirty="0" err="1"/>
              <a:t>สร้าง</a:t>
            </a:r>
            <a:r>
              <a:rPr lang="en-US" sz="1400" dirty="0"/>
              <a:t> Shipment#2</a:t>
            </a:r>
          </a:p>
          <a:p>
            <a:pPr algn="ctr"/>
            <a:r>
              <a:rPr lang="en-US" sz="1400" dirty="0"/>
              <a:t>    - HUB to Agent -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B9F82F-8748-FC15-A3A6-FCF51A79F98D}"/>
              </a:ext>
            </a:extLst>
          </p:cNvPr>
          <p:cNvSpPr/>
          <p:nvPr/>
        </p:nvSpPr>
        <p:spPr>
          <a:xfrm>
            <a:off x="6818317" y="1712318"/>
            <a:ext cx="1688002" cy="3635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in </a:t>
            </a:r>
            <a:r>
              <a:rPr lang="en-US" sz="1400" dirty="0" err="1"/>
              <a:t>เพื่อรับงาน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74A836-10EB-3304-C394-9CA18007850A}"/>
              </a:ext>
            </a:extLst>
          </p:cNvPr>
          <p:cNvSpPr/>
          <p:nvPr/>
        </p:nvSpPr>
        <p:spPr>
          <a:xfrm>
            <a:off x="6818317" y="2252385"/>
            <a:ext cx="1688002" cy="4696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รถเข้าจอดที่</a:t>
            </a:r>
            <a:r>
              <a:rPr lang="en-US" sz="1400" dirty="0"/>
              <a:t> WH </a:t>
            </a:r>
            <a:r>
              <a:rPr lang="en-US" sz="1400" dirty="0" err="1"/>
              <a:t>เพื่อเตรียมรับสินค้า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E18937-E5BC-B360-5A2C-29C8D1762239}"/>
              </a:ext>
            </a:extLst>
          </p:cNvPr>
          <p:cNvSpPr/>
          <p:nvPr/>
        </p:nvSpPr>
        <p:spPr>
          <a:xfrm>
            <a:off x="9072586" y="1709657"/>
            <a:ext cx="1688002" cy="363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ตรวจสอบ</a:t>
            </a:r>
            <a:r>
              <a:rPr lang="en-US" sz="1400" dirty="0"/>
              <a:t> Shipment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1DBE70-83EC-873F-CF39-DF053322E74A}"/>
              </a:ext>
            </a:extLst>
          </p:cNvPr>
          <p:cNvSpPr/>
          <p:nvPr/>
        </p:nvSpPr>
        <p:spPr>
          <a:xfrm>
            <a:off x="9072585" y="2223777"/>
            <a:ext cx="1688002" cy="363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ทำการตัดจ่ายสินค้า</a:t>
            </a:r>
            <a:endParaRPr lang="en-US" sz="1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8AD93B-4D22-7AF5-F5E3-FAB131720508}"/>
              </a:ext>
            </a:extLst>
          </p:cNvPr>
          <p:cNvSpPr/>
          <p:nvPr/>
        </p:nvSpPr>
        <p:spPr>
          <a:xfrm>
            <a:off x="6818317" y="2865953"/>
            <a:ext cx="1688002" cy="469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รับสินค้า</a:t>
            </a:r>
            <a:r>
              <a:rPr lang="en-US" sz="1400" dirty="0"/>
              <a:t> </a:t>
            </a:r>
            <a:r>
              <a:rPr lang="en-US" sz="1400" dirty="0" err="1"/>
              <a:t>และ</a:t>
            </a:r>
            <a:r>
              <a:rPr lang="en-US" sz="1400" dirty="0"/>
              <a:t> </a:t>
            </a:r>
            <a:r>
              <a:rPr lang="en-US" sz="1400" dirty="0" err="1"/>
              <a:t>ตรวจสอบสินค้าบนรถ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5BD179-C0CE-5D4E-6132-6D839B305AA9}"/>
              </a:ext>
            </a:extLst>
          </p:cNvPr>
          <p:cNvSpPr/>
          <p:nvPr/>
        </p:nvSpPr>
        <p:spPr>
          <a:xfrm>
            <a:off x="6818317" y="3489383"/>
            <a:ext cx="1688002" cy="3635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รับเอกสารใบส่งสินค้า</a:t>
            </a:r>
            <a:endParaRPr 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E921AC-8DFC-A2A1-9740-CA92A1F85300}"/>
              </a:ext>
            </a:extLst>
          </p:cNvPr>
          <p:cNvSpPr/>
          <p:nvPr/>
        </p:nvSpPr>
        <p:spPr>
          <a:xfrm>
            <a:off x="6818317" y="4012684"/>
            <a:ext cx="1688002" cy="3635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เดินทางออกจาก</a:t>
            </a:r>
            <a:r>
              <a:rPr lang="en-US" sz="1400" dirty="0"/>
              <a:t> WH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EA8F6F-5AAA-A9CA-8319-376EEE589EC6}"/>
              </a:ext>
            </a:extLst>
          </p:cNvPr>
          <p:cNvSpPr/>
          <p:nvPr/>
        </p:nvSpPr>
        <p:spPr>
          <a:xfrm>
            <a:off x="6818317" y="4535985"/>
            <a:ext cx="1688002" cy="3635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ถึง</a:t>
            </a:r>
            <a:r>
              <a:rPr lang="en-US" sz="1400"/>
              <a:t> HUB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B8F98A-BE1F-FB44-CEF6-ABB64E04D9C6}"/>
              </a:ext>
            </a:extLst>
          </p:cNvPr>
          <p:cNvSpPr/>
          <p:nvPr/>
        </p:nvSpPr>
        <p:spPr>
          <a:xfrm>
            <a:off x="6818317" y="5059286"/>
            <a:ext cx="1688002" cy="3635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ยกสินค้าลงจากรถมาวางที่</a:t>
            </a:r>
            <a:r>
              <a:rPr lang="en-US" sz="1400" dirty="0"/>
              <a:t> HUB</a:t>
            </a:r>
          </a:p>
        </p:txBody>
      </p:sp>
    </p:spTree>
    <p:extLst>
      <p:ext uri="{BB962C8B-B14F-4D97-AF65-F5344CB8AC3E}">
        <p14:creationId xmlns:p14="http://schemas.microsoft.com/office/powerpoint/2010/main" val="2186549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28A69-43A2-F296-667C-5BF956EC6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4C688D-E4C4-94AE-DADC-77710B8D23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7943070"/>
              </p:ext>
            </p:extLst>
          </p:nvPr>
        </p:nvGraphicFramePr>
        <p:xfrm>
          <a:off x="430261" y="612340"/>
          <a:ext cx="10603641" cy="484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AA50B7C1-FDE7-31BC-C579-1B6DA432E3DC}"/>
              </a:ext>
            </a:extLst>
          </p:cNvPr>
          <p:cNvSpPr/>
          <p:nvPr/>
        </p:nvSpPr>
        <p:spPr>
          <a:xfrm>
            <a:off x="860804" y="1170629"/>
            <a:ext cx="1688002" cy="3635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ตรวจสอบสินค้า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EEA7E9-2C6A-B399-F6D7-54CAF7077E30}"/>
              </a:ext>
            </a:extLst>
          </p:cNvPr>
          <p:cNvSpPr/>
          <p:nvPr/>
        </p:nvSpPr>
        <p:spPr>
          <a:xfrm>
            <a:off x="860806" y="1613795"/>
            <a:ext cx="1688002" cy="4920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ตรวจสอบข้อมูล</a:t>
            </a:r>
            <a:r>
              <a:rPr lang="en-US" sz="1400"/>
              <a:t> Cross Dock Inbound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FCCEDB-0613-16CA-9C45-6BD231D3D8C3}"/>
              </a:ext>
            </a:extLst>
          </p:cNvPr>
          <p:cNvSpPr/>
          <p:nvPr/>
        </p:nvSpPr>
        <p:spPr>
          <a:xfrm>
            <a:off x="860805" y="2202018"/>
            <a:ext cx="1688002" cy="365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รับสินค้าเข้า R-Location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E883FA-7648-D5AD-D101-9D3AD5B1491A}"/>
              </a:ext>
            </a:extLst>
          </p:cNvPr>
          <p:cNvSpPr/>
          <p:nvPr/>
        </p:nvSpPr>
        <p:spPr>
          <a:xfrm>
            <a:off x="860804" y="2664170"/>
            <a:ext cx="1688002" cy="3657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ตรวจสอบสินค้า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D8FD6A-5EA0-FD0D-724A-D45B96ABA781}"/>
              </a:ext>
            </a:extLst>
          </p:cNvPr>
          <p:cNvSpPr/>
          <p:nvPr/>
        </p:nvSpPr>
        <p:spPr>
          <a:xfrm>
            <a:off x="3658955" y="2664167"/>
            <a:ext cx="1688002" cy="365760"/>
          </a:xfrm>
          <a:prstGeom prst="rect">
            <a:avLst/>
          </a:prstGeom>
          <a:solidFill>
            <a:srgbClr val="DBF4B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Print </a:t>
            </a:r>
            <a:r>
              <a:rPr lang="en-US" sz="1400" dirty="0" err="1"/>
              <a:t>เอกสารใบเบิกสินค้า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95BA76-07AF-1409-6905-AA0AC9B5FCE5}"/>
              </a:ext>
            </a:extLst>
          </p:cNvPr>
          <p:cNvSpPr/>
          <p:nvPr/>
        </p:nvSpPr>
        <p:spPr>
          <a:xfrm>
            <a:off x="8852923" y="2677564"/>
            <a:ext cx="1688002" cy="3657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Check in </a:t>
            </a:r>
            <a:r>
              <a:rPr lang="en-US" sz="1400" err="1"/>
              <a:t>เพื่อรับงาน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8ADE12-4DAF-42ED-1FA6-AB24EBF399EA}"/>
              </a:ext>
            </a:extLst>
          </p:cNvPr>
          <p:cNvSpPr/>
          <p:nvPr/>
        </p:nvSpPr>
        <p:spPr>
          <a:xfrm>
            <a:off x="8852923" y="3149669"/>
            <a:ext cx="1688002" cy="3657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รถเข้าจอดที่</a:t>
            </a:r>
            <a:r>
              <a:rPr lang="en-US" sz="1400"/>
              <a:t> HUB </a:t>
            </a:r>
            <a:r>
              <a:rPr lang="en-US" sz="1400" err="1"/>
              <a:t>เพื่อเตรียมรับสินค้า</a:t>
            </a:r>
            <a:endParaRPr lang="en-US" sz="14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79150-C30F-E163-E492-82354BD5201C}"/>
              </a:ext>
            </a:extLst>
          </p:cNvPr>
          <p:cNvSpPr/>
          <p:nvPr/>
        </p:nvSpPr>
        <p:spPr>
          <a:xfrm>
            <a:off x="6424320" y="3169106"/>
            <a:ext cx="1688002" cy="365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ตรวจสอบข้อมูล</a:t>
            </a:r>
            <a:r>
              <a:rPr lang="en-US" sz="1400" dirty="0"/>
              <a:t> Cross Dock Outbound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EBF327-5B8E-B74D-0970-81B62AE79769}"/>
              </a:ext>
            </a:extLst>
          </p:cNvPr>
          <p:cNvSpPr/>
          <p:nvPr/>
        </p:nvSpPr>
        <p:spPr>
          <a:xfrm>
            <a:off x="6424317" y="3674045"/>
            <a:ext cx="1688002" cy="365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ย้ายสินค้าไป</a:t>
            </a:r>
            <a:r>
              <a:rPr lang="en-US" sz="1400" dirty="0"/>
              <a:t> S-Dock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C21238-EE38-76F0-26AD-49A83F43E21D}"/>
              </a:ext>
            </a:extLst>
          </p:cNvPr>
          <p:cNvSpPr/>
          <p:nvPr/>
        </p:nvSpPr>
        <p:spPr>
          <a:xfrm>
            <a:off x="6415137" y="4178984"/>
            <a:ext cx="1688002" cy="365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ย้ายสินค้าขึ้นรถ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619B2B-68A9-D803-BFB0-80AA50B0CE51}"/>
              </a:ext>
            </a:extLst>
          </p:cNvPr>
          <p:cNvSpPr/>
          <p:nvPr/>
        </p:nvSpPr>
        <p:spPr>
          <a:xfrm>
            <a:off x="6424317" y="4683923"/>
            <a:ext cx="1688002" cy="365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ยืนยันการย้ายสินค้าเสร็จ</a:t>
            </a:r>
            <a:endParaRPr lang="en-US" sz="1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91E066-8BCE-2C54-8B47-4A27B8AF6DC9}"/>
              </a:ext>
            </a:extLst>
          </p:cNvPr>
          <p:cNvSpPr/>
          <p:nvPr/>
        </p:nvSpPr>
        <p:spPr>
          <a:xfrm>
            <a:off x="8852923" y="4683922"/>
            <a:ext cx="1688002" cy="3657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รับสินค้า</a:t>
            </a:r>
            <a:r>
              <a:rPr lang="en-US" sz="1400" dirty="0"/>
              <a:t> </a:t>
            </a:r>
            <a:r>
              <a:rPr lang="en-US" sz="1400" dirty="0" err="1"/>
              <a:t>และ</a:t>
            </a:r>
            <a:r>
              <a:rPr lang="en-US" sz="1400" dirty="0"/>
              <a:t> </a:t>
            </a:r>
            <a:r>
              <a:rPr lang="en-US" sz="1400" dirty="0" err="1"/>
              <a:t>ตรวจสอบสินค้าบนรถ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4BF90A-463D-1D12-2F92-F0CBBC2BEB47}"/>
              </a:ext>
            </a:extLst>
          </p:cNvPr>
          <p:cNvSpPr/>
          <p:nvPr/>
        </p:nvSpPr>
        <p:spPr>
          <a:xfrm>
            <a:off x="8852923" y="5133777"/>
            <a:ext cx="1688002" cy="3657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รับเอกสารใบส่งสินค้า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60C514-3394-C0AB-B2C6-CD523DE9B617}"/>
              </a:ext>
            </a:extLst>
          </p:cNvPr>
          <p:cNvSpPr/>
          <p:nvPr/>
        </p:nvSpPr>
        <p:spPr>
          <a:xfrm>
            <a:off x="8852922" y="5592812"/>
            <a:ext cx="1688002" cy="3657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ออกจาก</a:t>
            </a:r>
            <a:r>
              <a:rPr lang="en-US" sz="1400"/>
              <a:t> HUB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AC2B27-D786-A719-F8C3-F90EBF3547D7}"/>
              </a:ext>
            </a:extLst>
          </p:cNvPr>
          <p:cNvSpPr/>
          <p:nvPr/>
        </p:nvSpPr>
        <p:spPr>
          <a:xfrm>
            <a:off x="8852922" y="6035295"/>
            <a:ext cx="1688002" cy="3657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ขนสนค้าถึงลูกค้า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2DBFA3F-B723-00CB-48A1-B5E0B0401EA4}"/>
              </a:ext>
            </a:extLst>
          </p:cNvPr>
          <p:cNvSpPr/>
          <p:nvPr/>
        </p:nvSpPr>
        <p:spPr>
          <a:xfrm>
            <a:off x="3658955" y="4675476"/>
            <a:ext cx="1688002" cy="641181"/>
          </a:xfrm>
          <a:prstGeom prst="rect">
            <a:avLst/>
          </a:prstGeom>
          <a:solidFill>
            <a:srgbClr val="DBF4B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err="1"/>
              <a:t>ตรวจสอบข้อมูล</a:t>
            </a:r>
          </a:p>
          <a:p>
            <a:pPr algn="ctr"/>
            <a:r>
              <a:rPr lang="en-US" sz="1400"/>
              <a:t>-Cross Dock Inbound</a:t>
            </a:r>
          </a:p>
          <a:p>
            <a:pPr algn="ctr"/>
            <a:r>
              <a:rPr lang="en-US" sz="1400"/>
              <a:t>-Cross Dock Outbound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8DAF19C-1FAC-5702-0637-6AC52CBC5906}"/>
              </a:ext>
            </a:extLst>
          </p:cNvPr>
          <p:cNvSpPr txBox="1">
            <a:spLocks/>
          </p:cNvSpPr>
          <p:nvPr/>
        </p:nvSpPr>
        <p:spPr>
          <a:xfrm>
            <a:off x="199513" y="95517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haiBev Sans New Black"/>
                <a:cs typeface="ThaiBev Sans New"/>
              </a:rPr>
              <a:t>User Journey</a:t>
            </a:r>
            <a:endParaRPr lang="en-US" b="1" dirty="0">
              <a:cs typeface="ThaiBev Sans New"/>
            </a:endParaRPr>
          </a:p>
        </p:txBody>
      </p:sp>
    </p:spTree>
    <p:extLst>
      <p:ext uri="{BB962C8B-B14F-4D97-AF65-F5344CB8AC3E}">
        <p14:creationId xmlns:p14="http://schemas.microsoft.com/office/powerpoint/2010/main" val="297047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D2FB2-713F-7EBB-9F97-2961A742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0725F0-4BFB-3487-787D-DC44E6901684}"/>
              </a:ext>
            </a:extLst>
          </p:cNvPr>
          <p:cNvSpPr txBox="1"/>
          <p:nvPr/>
        </p:nvSpPr>
        <p:spPr>
          <a:xfrm>
            <a:off x="104677" y="6141203"/>
            <a:ext cx="54771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  <a:hlinkClick r:id="rId2"/>
              </a:rPr>
              <a:t>https://miro.com/app/board/uXjVJ9h9F5M=/?moveToWidget=3458764644635496543&amp;cot=14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5984D5D-D134-7C7D-52DD-D7498FCBF9CA}"/>
              </a:ext>
            </a:extLst>
          </p:cNvPr>
          <p:cNvGraphicFramePr/>
          <p:nvPr/>
        </p:nvGraphicFramePr>
        <p:xfrm>
          <a:off x="647182" y="636142"/>
          <a:ext cx="11182591" cy="716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2" name="Diagram 71">
            <a:extLst>
              <a:ext uri="{FF2B5EF4-FFF2-40B4-BE49-F238E27FC236}">
                <a16:creationId xmlns:a16="http://schemas.microsoft.com/office/drawing/2014/main" id="{2726CA62-7E53-0FEB-3B76-2B400D17D1EB}"/>
              </a:ext>
            </a:extLst>
          </p:cNvPr>
          <p:cNvGraphicFramePr/>
          <p:nvPr/>
        </p:nvGraphicFramePr>
        <p:xfrm>
          <a:off x="159026" y="1526254"/>
          <a:ext cx="403465" cy="460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0F76B14-AE68-9F0B-361C-1A530FD6D71E}"/>
              </a:ext>
            </a:extLst>
          </p:cNvPr>
          <p:cNvSpPr/>
          <p:nvPr/>
        </p:nvSpPr>
        <p:spPr>
          <a:xfrm>
            <a:off x="661772" y="1444439"/>
            <a:ext cx="691067" cy="397245"/>
          </a:xfrm>
          <a:prstGeom prst="roundRect">
            <a:avLst/>
          </a:prstGeom>
          <a:solidFill>
            <a:schemeClr val="bg2">
              <a:lumMod val="2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Create SO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1507CDB0-2C06-DE86-315D-081799150A73}"/>
              </a:ext>
            </a:extLst>
          </p:cNvPr>
          <p:cNvSpPr/>
          <p:nvPr/>
        </p:nvSpPr>
        <p:spPr>
          <a:xfrm>
            <a:off x="1565385" y="1452147"/>
            <a:ext cx="1466581" cy="375397"/>
          </a:xfrm>
          <a:prstGeom prst="roundRect">
            <a:avLst/>
          </a:prstGeom>
          <a:solidFill>
            <a:srgbClr val="80008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Manager Order &amp; Create TR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387C120-B832-AFC6-D9F1-412514BEAE58}"/>
              </a:ext>
            </a:extLst>
          </p:cNvPr>
          <p:cNvCxnSpPr>
            <a:cxnSpLocks/>
            <a:stCxn id="74" idx="3"/>
            <a:endCxn id="75" idx="1"/>
          </p:cNvCxnSpPr>
          <p:nvPr/>
        </p:nvCxnSpPr>
        <p:spPr>
          <a:xfrm flipV="1">
            <a:off x="1352839" y="1639846"/>
            <a:ext cx="212546" cy="321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87FD0567-12B7-6FCD-4448-89B9E1261F97}"/>
              </a:ext>
            </a:extLst>
          </p:cNvPr>
          <p:cNvSpPr/>
          <p:nvPr/>
        </p:nvSpPr>
        <p:spPr>
          <a:xfrm>
            <a:off x="1572391" y="1861429"/>
            <a:ext cx="1466581" cy="399225"/>
          </a:xfrm>
          <a:prstGeom prst="roundRect">
            <a:avLst/>
          </a:prstGeom>
          <a:solidFill>
            <a:srgbClr val="80008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Confirm TR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4C935F8F-F7C9-EF02-06DB-E14BF691098E}"/>
              </a:ext>
            </a:extLst>
          </p:cNvPr>
          <p:cNvSpPr/>
          <p:nvPr/>
        </p:nvSpPr>
        <p:spPr>
          <a:xfrm>
            <a:off x="3244512" y="1437259"/>
            <a:ext cx="1083520" cy="40679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800">
                <a:solidFill>
                  <a:prstClr val="white"/>
                </a:solidFill>
              </a:rPr>
              <a:t>Suggest Location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AE1DA8FA-25C1-CF8E-9591-18223F59E315}"/>
              </a:ext>
            </a:extLst>
          </p:cNvPr>
          <p:cNvSpPr/>
          <p:nvPr/>
        </p:nvSpPr>
        <p:spPr>
          <a:xfrm>
            <a:off x="4504170" y="1853491"/>
            <a:ext cx="1149513" cy="399224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cs typeface="ThaiBev Sans New"/>
              </a:rPr>
              <a:t>Create </a:t>
            </a:r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T/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cs typeface="ThaiBev Sans New"/>
              </a:rPr>
              <a:t>O</a:t>
            </a:r>
            <a:endParaRPr lang="en-US" sz="800">
              <a:solidFill>
                <a:prstClr val="white"/>
              </a:solidFill>
              <a:latin typeface="ThaiBev Sans New"/>
              <a:cs typeface="ThaiBev Sans New"/>
            </a:endParaRPr>
          </a:p>
          <a:p>
            <a:pPr lvl="0">
              <a:defRPr/>
            </a:pPr>
            <a:r>
              <a:rPr lang="en-US" sz="800">
                <a:solidFill>
                  <a:prstClr val="white"/>
                </a:solidFill>
                <a:cs typeface="ThaiBev Sans New"/>
              </a:rPr>
              <a:t>(Transport Order)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cs typeface="ThaiBev Sans New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A271B9FA-5D03-67AC-0A5C-47ADAD46F7EC}"/>
              </a:ext>
            </a:extLst>
          </p:cNvPr>
          <p:cNvSpPr/>
          <p:nvPr/>
        </p:nvSpPr>
        <p:spPr>
          <a:xfrm>
            <a:off x="4504170" y="2671102"/>
            <a:ext cx="1097501" cy="580932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cs typeface="ThaiBev Sans New"/>
              </a:rPr>
              <a:t>Create Shipment</a:t>
            </a:r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 </a:t>
            </a:r>
          </a:p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800">
                <a:solidFill>
                  <a:prstClr val="white"/>
                </a:solidFill>
                <a:cs typeface="ThaiBev Sans New"/>
              </a:rPr>
              <a:t>ด้วย </a:t>
            </a:r>
            <a:r>
              <a:rPr lang="en-US" sz="800">
                <a:solidFill>
                  <a:prstClr val="white"/>
                </a:solidFill>
                <a:cs typeface="ThaiBev Sans New"/>
              </a:rPr>
              <a:t>Order Type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  <a:cs typeface="ThaiBev Sans New"/>
              </a:rPr>
              <a:t>Cross Dock 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  <a:cs typeface="ThaiBev Sans New"/>
              </a:rPr>
              <a:t>Normal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62D46571-C19A-1C3F-D42A-1D02CFB695B2}"/>
              </a:ext>
            </a:extLst>
          </p:cNvPr>
          <p:cNvSpPr/>
          <p:nvPr/>
        </p:nvSpPr>
        <p:spPr>
          <a:xfrm>
            <a:off x="8620481" y="4623211"/>
            <a:ext cx="1164833" cy="490277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Auto  </a:t>
            </a:r>
          </a:p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Matching COO &amp; CIO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A5ED85AA-A6CE-3C3D-9F2B-BF3A1D021A55}"/>
              </a:ext>
            </a:extLst>
          </p:cNvPr>
          <p:cNvSpPr/>
          <p:nvPr/>
        </p:nvSpPr>
        <p:spPr>
          <a:xfrm>
            <a:off x="10383572" y="4620422"/>
            <a:ext cx="824583" cy="490276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Sorting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1EAF8ADE-CAF8-307A-B180-BEB1576D9DE0}"/>
              </a:ext>
            </a:extLst>
          </p:cNvPr>
          <p:cNvSpPr txBox="1"/>
          <p:nvPr/>
        </p:nvSpPr>
        <p:spPr>
          <a:xfrm>
            <a:off x="8206565" y="6128597"/>
            <a:ext cx="2383153" cy="158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Kanit Light"/>
                <a:cs typeface="ThaiBev Sans New"/>
              </a:rPr>
              <a:t>Stamp Actual Ship Date Time</a:t>
            </a:r>
          </a:p>
        </p:txBody>
      </p:sp>
      <p:cxnSp>
        <p:nvCxnSpPr>
          <p:cNvPr id="369" name="Straight Arrow Connector 368">
            <a:extLst>
              <a:ext uri="{FF2B5EF4-FFF2-40B4-BE49-F238E27FC236}">
                <a16:creationId xmlns:a16="http://schemas.microsoft.com/office/drawing/2014/main" id="{43096716-06B5-CF47-1DCF-CB185EF22A6A}"/>
              </a:ext>
            </a:extLst>
          </p:cNvPr>
          <p:cNvCxnSpPr>
            <a:cxnSpLocks/>
            <a:stCxn id="209" idx="3"/>
            <a:endCxn id="258" idx="1"/>
          </p:cNvCxnSpPr>
          <p:nvPr/>
        </p:nvCxnSpPr>
        <p:spPr>
          <a:xfrm flipV="1">
            <a:off x="9785314" y="4865560"/>
            <a:ext cx="598258" cy="279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7CE64B53-26C2-7325-00EB-CF7BCBA4B721}"/>
              </a:ext>
            </a:extLst>
          </p:cNvPr>
          <p:cNvCxnSpPr>
            <a:cxnSpLocks/>
            <a:stCxn id="258" idx="2"/>
            <a:endCxn id="457" idx="0"/>
          </p:cNvCxnSpPr>
          <p:nvPr/>
        </p:nvCxnSpPr>
        <p:spPr>
          <a:xfrm>
            <a:off x="10795864" y="5110698"/>
            <a:ext cx="0" cy="254733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Rectangle: Rounded Corners 380">
            <a:extLst>
              <a:ext uri="{FF2B5EF4-FFF2-40B4-BE49-F238E27FC236}">
                <a16:creationId xmlns:a16="http://schemas.microsoft.com/office/drawing/2014/main" id="{CAF56D0C-A403-11EA-E99C-B40893A03B32}"/>
              </a:ext>
            </a:extLst>
          </p:cNvPr>
          <p:cNvSpPr/>
          <p:nvPr/>
        </p:nvSpPr>
        <p:spPr>
          <a:xfrm>
            <a:off x="10383572" y="6027970"/>
            <a:ext cx="824583" cy="443423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Confirm Load</a:t>
            </a:r>
          </a:p>
        </p:txBody>
      </p: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0AB65231-F182-D06B-B47A-CF36BC46E4F0}"/>
              </a:ext>
            </a:extLst>
          </p:cNvPr>
          <p:cNvCxnSpPr>
            <a:cxnSpLocks/>
            <a:stCxn id="457" idx="2"/>
            <a:endCxn id="381" idx="0"/>
          </p:cNvCxnSpPr>
          <p:nvPr/>
        </p:nvCxnSpPr>
        <p:spPr>
          <a:xfrm>
            <a:off x="10795864" y="5808854"/>
            <a:ext cx="0" cy="21911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F36A77B3-1FFC-B49E-D6C1-B1448D23824F}"/>
              </a:ext>
            </a:extLst>
          </p:cNvPr>
          <p:cNvCxnSpPr>
            <a:cxnSpLocks/>
          </p:cNvCxnSpPr>
          <p:nvPr/>
        </p:nvCxnSpPr>
        <p:spPr>
          <a:xfrm>
            <a:off x="159026" y="3429000"/>
            <a:ext cx="11670747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C9016A0-330D-E8CD-50F8-D9229DCBC023}"/>
              </a:ext>
            </a:extLst>
          </p:cNvPr>
          <p:cNvCxnSpPr>
            <a:cxnSpLocks/>
            <a:stCxn id="75" idx="3"/>
            <a:endCxn id="112" idx="1"/>
          </p:cNvCxnSpPr>
          <p:nvPr/>
        </p:nvCxnSpPr>
        <p:spPr>
          <a:xfrm>
            <a:off x="3031966" y="1639846"/>
            <a:ext cx="212546" cy="81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548D84-D3EF-3465-44DA-DFE659412BE6}"/>
              </a:ext>
            </a:extLst>
          </p:cNvPr>
          <p:cNvCxnSpPr>
            <a:cxnSpLocks/>
            <a:stCxn id="162" idx="3"/>
            <a:endCxn id="22" idx="1"/>
          </p:cNvCxnSpPr>
          <p:nvPr/>
        </p:nvCxnSpPr>
        <p:spPr>
          <a:xfrm flipV="1">
            <a:off x="5601671" y="2961459"/>
            <a:ext cx="350310" cy="10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475">
            <a:extLst>
              <a:ext uri="{FF2B5EF4-FFF2-40B4-BE49-F238E27FC236}">
                <a16:creationId xmlns:a16="http://schemas.microsoft.com/office/drawing/2014/main" id="{3C4463C8-FC97-CE57-75AB-446B3A9420C7}"/>
              </a:ext>
            </a:extLst>
          </p:cNvPr>
          <p:cNvSpPr/>
          <p:nvPr/>
        </p:nvSpPr>
        <p:spPr>
          <a:xfrm>
            <a:off x="5951981" y="2694946"/>
            <a:ext cx="744580" cy="533026"/>
          </a:xfrm>
          <a:prstGeom prst="roundRect">
            <a:avLst/>
          </a:prstGeom>
          <a:solidFill>
            <a:srgbClr val="6600CC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Shipment</a:t>
            </a:r>
          </a:p>
        </p:txBody>
      </p:sp>
      <p:sp>
        <p:nvSpPr>
          <p:cNvPr id="7" name="Rectangle: Rounded Corners 219">
            <a:extLst>
              <a:ext uri="{FF2B5EF4-FFF2-40B4-BE49-F238E27FC236}">
                <a16:creationId xmlns:a16="http://schemas.microsoft.com/office/drawing/2014/main" id="{D9C2FA34-683D-9E60-FA43-39F6BF4A6E1F}"/>
              </a:ext>
            </a:extLst>
          </p:cNvPr>
          <p:cNvSpPr/>
          <p:nvPr/>
        </p:nvSpPr>
        <p:spPr>
          <a:xfrm>
            <a:off x="6864173" y="3693448"/>
            <a:ext cx="1170165" cy="469885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cs typeface="ThaiBev Sans New"/>
              </a:rPr>
              <a:t>Tally Sheet (CIO)</a:t>
            </a:r>
          </a:p>
          <a:p>
            <a:pPr lvl="0">
              <a:defRPr/>
            </a:pPr>
            <a:r>
              <a:rPr lang="en-US" sz="800">
                <a:solidFill>
                  <a:prstClr val="white"/>
                </a:solidFill>
                <a:cs typeface="ThaiBev Sans New"/>
              </a:rPr>
              <a:t>Cross Dock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cs typeface="ThaiBev Sans New"/>
            </a:endParaRPr>
          </a:p>
          <a:p>
            <a:pPr lvl="0">
              <a:defRPr/>
            </a:pPr>
            <a:r>
              <a:rPr lang="en-US" sz="800">
                <a:solidFill>
                  <a:prstClr val="white"/>
                </a:solidFill>
                <a:cs typeface="ThaiBev Sans New"/>
              </a:rPr>
              <a:t>Inbound Order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cs typeface="ThaiBev Sans New"/>
            </a:endParaRPr>
          </a:p>
        </p:txBody>
      </p:sp>
      <p:sp>
        <p:nvSpPr>
          <p:cNvPr id="14" name="Rectangle: Rounded Corners 208">
            <a:extLst>
              <a:ext uri="{FF2B5EF4-FFF2-40B4-BE49-F238E27FC236}">
                <a16:creationId xmlns:a16="http://schemas.microsoft.com/office/drawing/2014/main" id="{CBA2A20D-6312-D9F3-E505-512BCE056277}"/>
              </a:ext>
            </a:extLst>
          </p:cNvPr>
          <p:cNvSpPr/>
          <p:nvPr/>
        </p:nvSpPr>
        <p:spPr>
          <a:xfrm>
            <a:off x="6862411" y="4366432"/>
            <a:ext cx="1170165" cy="490278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Check In and Assign dock door</a:t>
            </a:r>
          </a:p>
        </p:txBody>
      </p:sp>
      <p:cxnSp>
        <p:nvCxnSpPr>
          <p:cNvPr id="19" name="Straight Arrow Connector 331">
            <a:extLst>
              <a:ext uri="{FF2B5EF4-FFF2-40B4-BE49-F238E27FC236}">
                <a16:creationId xmlns:a16="http://schemas.microsoft.com/office/drawing/2014/main" id="{7F07E654-DA0F-C4A8-28B9-B3A7744B1C65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7447494" y="4163333"/>
            <a:ext cx="1762" cy="20309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08">
            <a:extLst>
              <a:ext uri="{FF2B5EF4-FFF2-40B4-BE49-F238E27FC236}">
                <a16:creationId xmlns:a16="http://schemas.microsoft.com/office/drawing/2014/main" id="{A33E5394-7F98-CCA1-270E-A595ACC142A5}"/>
              </a:ext>
            </a:extLst>
          </p:cNvPr>
          <p:cNvSpPr/>
          <p:nvPr/>
        </p:nvSpPr>
        <p:spPr>
          <a:xfrm>
            <a:off x="6862411" y="5113488"/>
            <a:ext cx="1166595" cy="479118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cs typeface="ThaiBev Sans New"/>
              </a:rPr>
              <a:t>Packing List (COO)</a:t>
            </a:r>
          </a:p>
          <a:p>
            <a:pPr lvl="0">
              <a:defRPr/>
            </a:pPr>
            <a:r>
              <a:rPr lang="en-US" sz="800">
                <a:solidFill>
                  <a:prstClr val="white"/>
                </a:solidFill>
                <a:cs typeface="ThaiBev Sans New"/>
              </a:rPr>
              <a:t>Cross Dock Outbound Order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cs typeface="ThaiBev Sans New"/>
            </a:endParaRPr>
          </a:p>
        </p:txBody>
      </p:sp>
      <p:cxnSp>
        <p:nvCxnSpPr>
          <p:cNvPr id="32" name="Connector: Elbow 156">
            <a:extLst>
              <a:ext uri="{FF2B5EF4-FFF2-40B4-BE49-F238E27FC236}">
                <a16:creationId xmlns:a16="http://schemas.microsoft.com/office/drawing/2014/main" id="{ED75249D-F732-2186-8E46-B34A37EC3141}"/>
              </a:ext>
            </a:extLst>
          </p:cNvPr>
          <p:cNvCxnSpPr>
            <a:cxnSpLocks/>
            <a:stCxn id="14" idx="3"/>
            <a:endCxn id="209" idx="1"/>
          </p:cNvCxnSpPr>
          <p:nvPr/>
        </p:nvCxnSpPr>
        <p:spPr>
          <a:xfrm>
            <a:off x="8032576" y="4611571"/>
            <a:ext cx="587905" cy="25677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156">
            <a:extLst>
              <a:ext uri="{FF2B5EF4-FFF2-40B4-BE49-F238E27FC236}">
                <a16:creationId xmlns:a16="http://schemas.microsoft.com/office/drawing/2014/main" id="{BF3B1848-25E4-9DD2-E03C-1854EEAD1621}"/>
              </a:ext>
            </a:extLst>
          </p:cNvPr>
          <p:cNvCxnSpPr>
            <a:cxnSpLocks/>
            <a:stCxn id="24" idx="3"/>
            <a:endCxn id="209" idx="1"/>
          </p:cNvCxnSpPr>
          <p:nvPr/>
        </p:nvCxnSpPr>
        <p:spPr>
          <a:xfrm flipV="1">
            <a:off x="8029006" y="4868350"/>
            <a:ext cx="591475" cy="48469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Rectangle: Rounded Corners 257">
            <a:extLst>
              <a:ext uri="{FF2B5EF4-FFF2-40B4-BE49-F238E27FC236}">
                <a16:creationId xmlns:a16="http://schemas.microsoft.com/office/drawing/2014/main" id="{A2C82941-7173-D883-C58D-0B12F3FB8118}"/>
              </a:ext>
            </a:extLst>
          </p:cNvPr>
          <p:cNvSpPr/>
          <p:nvPr/>
        </p:nvSpPr>
        <p:spPr>
          <a:xfrm>
            <a:off x="10383572" y="5365431"/>
            <a:ext cx="824583" cy="443423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Put to Staging</a:t>
            </a:r>
          </a:p>
        </p:txBody>
      </p:sp>
      <p:cxnSp>
        <p:nvCxnSpPr>
          <p:cNvPr id="459" name="Connector: Elbow 156">
            <a:extLst>
              <a:ext uri="{FF2B5EF4-FFF2-40B4-BE49-F238E27FC236}">
                <a16:creationId xmlns:a16="http://schemas.microsoft.com/office/drawing/2014/main" id="{D2C99C9D-59CB-63CF-3FD3-27A6E2EEAB22}"/>
              </a:ext>
            </a:extLst>
          </p:cNvPr>
          <p:cNvCxnSpPr>
            <a:cxnSpLocks/>
            <a:stCxn id="381" idx="1"/>
            <a:endCxn id="24" idx="2"/>
          </p:cNvCxnSpPr>
          <p:nvPr/>
        </p:nvCxnSpPr>
        <p:spPr>
          <a:xfrm rot="10800000">
            <a:off x="7445710" y="5592606"/>
            <a:ext cx="2937863" cy="6570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CB1EA90B-D5D4-65C2-3C79-5F4CD113E0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09735"/>
            <a:ext cx="10719749" cy="516823"/>
          </a:xfrm>
        </p:spPr>
        <p:txBody>
          <a:bodyPr vert="horz"/>
          <a:lstStyle/>
          <a:p>
            <a:r>
              <a:rPr lang="en-US" b="1" dirty="0">
                <a:cs typeface="ThaiBev Sans New"/>
              </a:rPr>
              <a:t>Cross Docking – System flow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00C57C-680D-82F6-18B2-9DA7D40CCEE2}"/>
              </a:ext>
            </a:extLst>
          </p:cNvPr>
          <p:cNvSpPr/>
          <p:nvPr/>
        </p:nvSpPr>
        <p:spPr>
          <a:xfrm>
            <a:off x="3248515" y="2834908"/>
            <a:ext cx="1083519" cy="39306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Created</a:t>
            </a:r>
          </a:p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Shipment Plan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F5784F-37AF-3E64-67DF-D31BAADF0FFD}"/>
              </a:ext>
            </a:extLst>
          </p:cNvPr>
          <p:cNvSpPr/>
          <p:nvPr/>
        </p:nvSpPr>
        <p:spPr>
          <a:xfrm>
            <a:off x="1572391" y="2694946"/>
            <a:ext cx="1466581" cy="676866"/>
          </a:xfrm>
          <a:prstGeom prst="roundRect">
            <a:avLst/>
          </a:prstGeom>
          <a:solidFill>
            <a:srgbClr val="80008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>
                <a:solidFill>
                  <a:prstClr val="white"/>
                </a:solidFill>
              </a:rPr>
              <a:t>Created Shipment Plan</a:t>
            </a:r>
            <a:endParaRPr lang="th-TH" sz="800">
              <a:solidFill>
                <a:prstClr val="white"/>
              </a:solidFill>
            </a:endParaRPr>
          </a:p>
          <a:p>
            <a:pPr lvl="0">
              <a:defRPr/>
            </a:pPr>
            <a:r>
              <a:rPr lang="th-TH" sz="800">
                <a:solidFill>
                  <a:prstClr val="white"/>
                </a:solidFill>
              </a:rPr>
              <a:t>ด้วย </a:t>
            </a:r>
            <a:r>
              <a:rPr lang="en-US" sz="800">
                <a:solidFill>
                  <a:prstClr val="white"/>
                </a:solidFill>
              </a:rPr>
              <a:t>Order Type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</a:rPr>
              <a:t>Cross Dock Inbound 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</a:rPr>
              <a:t>Cross Dock Outbound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</a:rPr>
              <a:t>Normal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3019380-95CB-F9FE-442A-D2BFD3910F8E}"/>
              </a:ext>
            </a:extLst>
          </p:cNvPr>
          <p:cNvCxnSpPr>
            <a:cxnSpLocks/>
            <a:stCxn id="44" idx="2"/>
            <a:endCxn id="2" idx="0"/>
          </p:cNvCxnSpPr>
          <p:nvPr/>
        </p:nvCxnSpPr>
        <p:spPr>
          <a:xfrm>
            <a:off x="3780986" y="2693668"/>
            <a:ext cx="9289" cy="14124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A62FA1A-BC7B-E69D-86EB-C76C0D52C706}"/>
              </a:ext>
            </a:extLst>
          </p:cNvPr>
          <p:cNvSpPr/>
          <p:nvPr/>
        </p:nvSpPr>
        <p:spPr>
          <a:xfrm>
            <a:off x="3239226" y="2300604"/>
            <a:ext cx="1083519" cy="39306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TO Info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AC87097-5ED8-4C07-C4D1-144D2DF77E38}"/>
              </a:ext>
            </a:extLst>
          </p:cNvPr>
          <p:cNvCxnSpPr>
            <a:cxnSpLocks/>
            <a:stCxn id="112" idx="2"/>
            <a:endCxn id="95" idx="3"/>
          </p:cNvCxnSpPr>
          <p:nvPr/>
        </p:nvCxnSpPr>
        <p:spPr>
          <a:xfrm rot="5400000">
            <a:off x="3304128" y="1578897"/>
            <a:ext cx="216989" cy="74730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: Elbow 447">
            <a:extLst>
              <a:ext uri="{FF2B5EF4-FFF2-40B4-BE49-F238E27FC236}">
                <a16:creationId xmlns:a16="http://schemas.microsoft.com/office/drawing/2014/main" id="{2811C079-429B-384A-E759-1914EB8AFE06}"/>
              </a:ext>
            </a:extLst>
          </p:cNvPr>
          <p:cNvCxnSpPr>
            <a:cxnSpLocks/>
            <a:stCxn id="113" idx="2"/>
            <a:endCxn id="44" idx="3"/>
          </p:cNvCxnSpPr>
          <p:nvPr/>
        </p:nvCxnSpPr>
        <p:spPr>
          <a:xfrm rot="5400000">
            <a:off x="4578626" y="1996834"/>
            <a:ext cx="244421" cy="75618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83D7A1A4-274E-54AB-B4C1-32F62890662B}"/>
              </a:ext>
            </a:extLst>
          </p:cNvPr>
          <p:cNvCxnSpPr>
            <a:cxnSpLocks/>
            <a:stCxn id="2" idx="1"/>
            <a:endCxn id="15" idx="3"/>
          </p:cNvCxnSpPr>
          <p:nvPr/>
        </p:nvCxnSpPr>
        <p:spPr>
          <a:xfrm flipH="1">
            <a:off x="3038972" y="3031440"/>
            <a:ext cx="209543" cy="193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Rectangle: Rounded Corners 465">
            <a:extLst>
              <a:ext uri="{FF2B5EF4-FFF2-40B4-BE49-F238E27FC236}">
                <a16:creationId xmlns:a16="http://schemas.microsoft.com/office/drawing/2014/main" id="{08A57247-4857-3855-C8F9-9E03688248CA}"/>
              </a:ext>
            </a:extLst>
          </p:cNvPr>
          <p:cNvSpPr/>
          <p:nvPr/>
        </p:nvSpPr>
        <p:spPr>
          <a:xfrm>
            <a:off x="4504170" y="4188745"/>
            <a:ext cx="1247863" cy="399225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Created Shipment </a:t>
            </a:r>
          </a:p>
          <a:p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(Cross Dock Inbound)</a:t>
            </a:r>
          </a:p>
        </p:txBody>
      </p:sp>
      <p:sp>
        <p:nvSpPr>
          <p:cNvPr id="476" name="Rectangle: Rounded Corners 475">
            <a:extLst>
              <a:ext uri="{FF2B5EF4-FFF2-40B4-BE49-F238E27FC236}">
                <a16:creationId xmlns:a16="http://schemas.microsoft.com/office/drawing/2014/main" id="{CE148EB5-3907-1E4D-0C98-781CC0CDD501}"/>
              </a:ext>
            </a:extLst>
          </p:cNvPr>
          <p:cNvSpPr/>
          <p:nvPr/>
        </p:nvSpPr>
        <p:spPr>
          <a:xfrm>
            <a:off x="4504170" y="5153767"/>
            <a:ext cx="1247863" cy="399225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Created Shipment </a:t>
            </a:r>
          </a:p>
          <a:p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(Cross Dock Outbound)</a:t>
            </a:r>
          </a:p>
        </p:txBody>
      </p:sp>
      <p:cxnSp>
        <p:nvCxnSpPr>
          <p:cNvPr id="478" name="Connector: Elbow 477">
            <a:extLst>
              <a:ext uri="{FF2B5EF4-FFF2-40B4-BE49-F238E27FC236}">
                <a16:creationId xmlns:a16="http://schemas.microsoft.com/office/drawing/2014/main" id="{CE61B97D-66AE-83C1-B5B8-712ABFBCE36F}"/>
              </a:ext>
            </a:extLst>
          </p:cNvPr>
          <p:cNvCxnSpPr>
            <a:cxnSpLocks/>
            <a:stCxn id="500" idx="1"/>
            <a:endCxn id="476" idx="1"/>
          </p:cNvCxnSpPr>
          <p:nvPr/>
        </p:nvCxnSpPr>
        <p:spPr>
          <a:xfrm rot="10800000" flipV="1">
            <a:off x="4504171" y="3810738"/>
            <a:ext cx="438105" cy="1542642"/>
          </a:xfrm>
          <a:prstGeom prst="bentConnector3">
            <a:avLst>
              <a:gd name="adj1" fmla="val 152179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: Elbow 483">
            <a:extLst>
              <a:ext uri="{FF2B5EF4-FFF2-40B4-BE49-F238E27FC236}">
                <a16:creationId xmlns:a16="http://schemas.microsoft.com/office/drawing/2014/main" id="{97A4BCC7-6C54-0A15-0FFD-BD978FA77DFF}"/>
              </a:ext>
            </a:extLst>
          </p:cNvPr>
          <p:cNvCxnSpPr>
            <a:cxnSpLocks/>
            <a:stCxn id="466" idx="3"/>
            <a:endCxn id="7" idx="1"/>
          </p:cNvCxnSpPr>
          <p:nvPr/>
        </p:nvCxnSpPr>
        <p:spPr>
          <a:xfrm flipV="1">
            <a:off x="5752033" y="3928391"/>
            <a:ext cx="1112140" cy="45996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: Elbow 486">
            <a:extLst>
              <a:ext uri="{FF2B5EF4-FFF2-40B4-BE49-F238E27FC236}">
                <a16:creationId xmlns:a16="http://schemas.microsoft.com/office/drawing/2014/main" id="{8EBBD842-8051-C0B2-0E17-4462C9FBAB30}"/>
              </a:ext>
            </a:extLst>
          </p:cNvPr>
          <p:cNvCxnSpPr>
            <a:cxnSpLocks/>
            <a:stCxn id="476" idx="3"/>
            <a:endCxn id="24" idx="1"/>
          </p:cNvCxnSpPr>
          <p:nvPr/>
        </p:nvCxnSpPr>
        <p:spPr>
          <a:xfrm flipV="1">
            <a:off x="5752033" y="5353047"/>
            <a:ext cx="1110378" cy="33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6A9AC092-8E1D-AD8F-A41B-41A18A97F79E}"/>
              </a:ext>
            </a:extLst>
          </p:cNvPr>
          <p:cNvGrpSpPr/>
          <p:nvPr/>
        </p:nvGrpSpPr>
        <p:grpSpPr>
          <a:xfrm>
            <a:off x="4942275" y="3529776"/>
            <a:ext cx="886668" cy="561923"/>
            <a:chOff x="1699988" y="2399662"/>
            <a:chExt cx="886668" cy="561923"/>
          </a:xfrm>
        </p:grpSpPr>
        <p:sp>
          <p:nvSpPr>
            <p:cNvPr id="500" name="Flowchart: Decision 499">
              <a:extLst>
                <a:ext uri="{FF2B5EF4-FFF2-40B4-BE49-F238E27FC236}">
                  <a16:creationId xmlns:a16="http://schemas.microsoft.com/office/drawing/2014/main" id="{4DB93D65-8D4C-9954-E530-958C23360FE7}"/>
                </a:ext>
              </a:extLst>
            </p:cNvPr>
            <p:cNvSpPr/>
            <p:nvPr/>
          </p:nvSpPr>
          <p:spPr>
            <a:xfrm>
              <a:off x="1699988" y="2399662"/>
              <a:ext cx="886668" cy="561923"/>
            </a:xfrm>
            <a:prstGeom prst="flowChartDecisi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39463969-7AFD-3170-6DDD-577AF78E1F78}"/>
                </a:ext>
              </a:extLst>
            </p:cNvPr>
            <p:cNvSpPr txBox="1"/>
            <p:nvPr/>
          </p:nvSpPr>
          <p:spPr>
            <a:xfrm>
              <a:off x="1812119" y="2531218"/>
              <a:ext cx="697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>
                  <a:solidFill>
                    <a:schemeClr val="bg1"/>
                  </a:solidFill>
                </a:rPr>
                <a:t>Order Type = </a:t>
              </a:r>
            </a:p>
            <a:p>
              <a:r>
                <a:rPr lang="en-US" sz="700">
                  <a:solidFill>
                    <a:schemeClr val="bg1"/>
                  </a:solidFill>
                </a:rPr>
                <a:t>Cross Dock</a:t>
              </a:r>
            </a:p>
          </p:txBody>
        </p:sp>
      </p:grpSp>
      <p:cxnSp>
        <p:nvCxnSpPr>
          <p:cNvPr id="507" name="Connector: Elbow 506">
            <a:extLst>
              <a:ext uri="{FF2B5EF4-FFF2-40B4-BE49-F238E27FC236}">
                <a16:creationId xmlns:a16="http://schemas.microsoft.com/office/drawing/2014/main" id="{03731C02-FF03-B803-0DB2-F9AA5D8CB90C}"/>
              </a:ext>
            </a:extLst>
          </p:cNvPr>
          <p:cNvCxnSpPr>
            <a:cxnSpLocks/>
            <a:stCxn id="500" idx="1"/>
            <a:endCxn id="466" idx="1"/>
          </p:cNvCxnSpPr>
          <p:nvPr/>
        </p:nvCxnSpPr>
        <p:spPr>
          <a:xfrm rot="10800000" flipV="1">
            <a:off x="4504171" y="3810738"/>
            <a:ext cx="438105" cy="577620"/>
          </a:xfrm>
          <a:prstGeom prst="bentConnector3">
            <a:avLst>
              <a:gd name="adj1" fmla="val 152179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9B30125-7023-E7F7-B25D-42FA27B66DE1}"/>
              </a:ext>
            </a:extLst>
          </p:cNvPr>
          <p:cNvSpPr txBox="1"/>
          <p:nvPr/>
        </p:nvSpPr>
        <p:spPr>
          <a:xfrm>
            <a:off x="4623151" y="3645751"/>
            <a:ext cx="5370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Yes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46555A8-82EB-B90D-72FA-E2CA3567162F}"/>
              </a:ext>
            </a:extLst>
          </p:cNvPr>
          <p:cNvCxnSpPr>
            <a:cxnSpLocks/>
            <a:endCxn id="500" idx="0"/>
          </p:cNvCxnSpPr>
          <p:nvPr/>
        </p:nvCxnSpPr>
        <p:spPr>
          <a:xfrm>
            <a:off x="5385609" y="3273825"/>
            <a:ext cx="0" cy="255951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A95E182-E18C-5207-FF3B-7356EE46C90D}"/>
              </a:ext>
            </a:extLst>
          </p:cNvPr>
          <p:cNvCxnSpPr>
            <a:cxnSpLocks/>
          </p:cNvCxnSpPr>
          <p:nvPr/>
        </p:nvCxnSpPr>
        <p:spPr>
          <a:xfrm>
            <a:off x="3021042" y="2145548"/>
            <a:ext cx="1483128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1647D45B-2883-AF1D-894D-9325B32601F1}"/>
              </a:ext>
            </a:extLst>
          </p:cNvPr>
          <p:cNvCxnSpPr>
            <a:cxnSpLocks/>
            <a:stCxn id="15" idx="2"/>
            <a:endCxn id="162" idx="2"/>
          </p:cNvCxnSpPr>
          <p:nvPr/>
        </p:nvCxnSpPr>
        <p:spPr>
          <a:xfrm rot="5400000" flipH="1" flipV="1">
            <a:off x="3619412" y="1938303"/>
            <a:ext cx="119778" cy="2747239"/>
          </a:xfrm>
          <a:prstGeom prst="bentConnector3">
            <a:avLst>
              <a:gd name="adj1" fmla="val -190853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49B2AA6-97A3-7EC9-B070-13EE2FA007D6}"/>
              </a:ext>
            </a:extLst>
          </p:cNvPr>
          <p:cNvSpPr txBox="1"/>
          <p:nvPr/>
        </p:nvSpPr>
        <p:spPr>
          <a:xfrm>
            <a:off x="5847081" y="3645751"/>
            <a:ext cx="311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/>
              <a:t>No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EA170E4B-21D1-2FFD-8F30-35E1D104D916}"/>
              </a:ext>
            </a:extLst>
          </p:cNvPr>
          <p:cNvCxnSpPr>
            <a:cxnSpLocks/>
            <a:stCxn id="500" idx="3"/>
            <a:endCxn id="33" idx="1"/>
          </p:cNvCxnSpPr>
          <p:nvPr/>
        </p:nvCxnSpPr>
        <p:spPr>
          <a:xfrm flipV="1">
            <a:off x="5828943" y="2908237"/>
            <a:ext cx="1179828" cy="902501"/>
          </a:xfrm>
          <a:prstGeom prst="bentConnector3">
            <a:avLst>
              <a:gd name="adj1" fmla="val 81284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475">
            <a:extLst>
              <a:ext uri="{FF2B5EF4-FFF2-40B4-BE49-F238E27FC236}">
                <a16:creationId xmlns:a16="http://schemas.microsoft.com/office/drawing/2014/main" id="{80940D1F-D2EF-0371-DFEC-E281ABA96735}"/>
              </a:ext>
            </a:extLst>
          </p:cNvPr>
          <p:cNvSpPr/>
          <p:nvPr/>
        </p:nvSpPr>
        <p:spPr>
          <a:xfrm>
            <a:off x="7008771" y="2785034"/>
            <a:ext cx="744580" cy="24640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Normal flow</a:t>
            </a:r>
          </a:p>
        </p:txBody>
      </p:sp>
    </p:spTree>
    <p:extLst>
      <p:ext uri="{BB962C8B-B14F-4D97-AF65-F5344CB8AC3E}">
        <p14:creationId xmlns:p14="http://schemas.microsoft.com/office/powerpoint/2010/main" val="345400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8965E-F395-DEFD-6474-C69C5993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3B27BEAF-4907-57C9-F05A-2042B47C37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 b="1" dirty="0">
                <a:cs typeface="ThaiBev Sans New"/>
              </a:rPr>
              <a:t>Cross Docking – Screen Mockup </a:t>
            </a:r>
          </a:p>
        </p:txBody>
      </p:sp>
      <p:pic>
        <p:nvPicPr>
          <p:cNvPr id="38" name="Picture 37" descr="Screens screenshot of a device&#10;&#10;AI-generated content may be incorrect.">
            <a:extLst>
              <a:ext uri="{FF2B5EF4-FFF2-40B4-BE49-F238E27FC236}">
                <a16:creationId xmlns:a16="http://schemas.microsoft.com/office/drawing/2014/main" id="{BC451B4A-B7F5-13F3-B0CC-D01F10C90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5154"/>
            <a:ext cx="12192000" cy="4558145"/>
          </a:xfrm>
          <a:prstGeom prst="rect">
            <a:avLst/>
          </a:prstGeom>
        </p:spPr>
      </p:pic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DE6C38EF-BB72-984F-E1F5-51BBB3C99B07}"/>
              </a:ext>
            </a:extLst>
          </p:cNvPr>
          <p:cNvSpPr txBox="1">
            <a:spLocks/>
          </p:cNvSpPr>
          <p:nvPr/>
        </p:nvSpPr>
        <p:spPr>
          <a:xfrm>
            <a:off x="313220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 panose="00000600000000000000" pitchFamily="2" charset="-34"/>
                <a:cs typeface="ThaiBev Sans New"/>
              </a:rPr>
              <a:t>Select Hub</a:t>
            </a:r>
          </a:p>
        </p:txBody>
      </p:sp>
    </p:spTree>
    <p:extLst>
      <p:ext uri="{BB962C8B-B14F-4D97-AF65-F5344CB8AC3E}">
        <p14:creationId xmlns:p14="http://schemas.microsoft.com/office/powerpoint/2010/main" val="401185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716C6-1530-2044-B925-E8859F7A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AE7E3197-5DFD-91D8-4E98-E045DDC157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ThaiBev Sans New"/>
              </a:rPr>
              <a:t>Cross Docking – </a:t>
            </a:r>
            <a:r>
              <a:rPr lang="en-US" b="1">
                <a:latin typeface="ThaiBev Sans New Black"/>
                <a:cs typeface="ThaiBev Sans New"/>
              </a:rPr>
              <a:t>Screen Mockup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7BB55A6D-56F3-C8DA-E1D3-C636993749A7}"/>
              </a:ext>
            </a:extLst>
          </p:cNvPr>
          <p:cNvSpPr txBox="1">
            <a:spLocks/>
          </p:cNvSpPr>
          <p:nvPr/>
        </p:nvSpPr>
        <p:spPr>
          <a:xfrm>
            <a:off x="313220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 panose="00000600000000000000" pitchFamily="2" charset="-34"/>
                <a:cs typeface="ThaiBev Sans New"/>
              </a:rPr>
              <a:t>Receive – Scan QR Code</a:t>
            </a:r>
          </a:p>
        </p:txBody>
      </p:sp>
      <p:pic>
        <p:nvPicPr>
          <p:cNvPr id="2" name="Picture 1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1E434FA5-A676-8760-1650-9E806B52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26" y="1715686"/>
            <a:ext cx="9415319" cy="415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00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82FE9-BB8E-EBC6-CB32-A21D7DC3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0164854E-1D22-E606-CD48-681124A6F8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ThaiBev Sans New"/>
              </a:rPr>
              <a:t>Cross Docking – </a:t>
            </a:r>
            <a:r>
              <a:rPr lang="en-US" b="1">
                <a:latin typeface="ThaiBev Sans New Black"/>
                <a:cs typeface="ThaiBev Sans New"/>
              </a:rPr>
              <a:t>Screen Mockup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05C6F4D6-A14C-9AB6-3F69-1EE1F0A16E15}"/>
              </a:ext>
            </a:extLst>
          </p:cNvPr>
          <p:cNvSpPr txBox="1">
            <a:spLocks/>
          </p:cNvSpPr>
          <p:nvPr/>
        </p:nvSpPr>
        <p:spPr>
          <a:xfrm>
            <a:off x="313220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/>
                <a:cs typeface="ThaiBev Sans New"/>
              </a:rPr>
              <a:t>Receive – </a:t>
            </a:r>
            <a:r>
              <a:rPr lang="en-US" sz="2000" err="1">
                <a:solidFill>
                  <a:srgbClr val="AE841D"/>
                </a:solidFill>
                <a:latin typeface="Kanit Medium"/>
                <a:cs typeface="ThaiBev Sans New"/>
              </a:rPr>
              <a:t>รอตรวจรับ</a:t>
            </a:r>
            <a:endParaRPr lang="en-US" sz="2000" err="1">
              <a:solidFill>
                <a:srgbClr val="AE841D"/>
              </a:solidFill>
              <a:latin typeface="Kanit Medium" panose="00000600000000000000" pitchFamily="2" charset="-34"/>
              <a:cs typeface="ThaiBev Sans New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2B0FF5-B1C4-B840-29F5-75629D3F6141}"/>
              </a:ext>
            </a:extLst>
          </p:cNvPr>
          <p:cNvGrpSpPr/>
          <p:nvPr/>
        </p:nvGrpSpPr>
        <p:grpSpPr>
          <a:xfrm>
            <a:off x="423600" y="1414478"/>
            <a:ext cx="11346122" cy="3636499"/>
            <a:chOff x="423600" y="1414478"/>
            <a:chExt cx="11346122" cy="3636499"/>
          </a:xfrm>
        </p:grpSpPr>
        <p:pic>
          <p:nvPicPr>
            <p:cNvPr id="2" name="Picture 1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20028664-0FE8-EE04-4C54-76F86F0C0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20" r="66276" b="-217"/>
            <a:stretch>
              <a:fillRect/>
            </a:stretch>
          </p:blipFill>
          <p:spPr>
            <a:xfrm>
              <a:off x="423600" y="1414478"/>
              <a:ext cx="4111639" cy="3636499"/>
            </a:xfrm>
            <a:prstGeom prst="rect">
              <a:avLst/>
            </a:prstGeom>
          </p:spPr>
        </p:pic>
        <p:pic>
          <p:nvPicPr>
            <p:cNvPr id="7" name="Picture 6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D0077F36-829A-9F95-31F5-FB0F6EDA6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7371" t="175" r="67320" b="-175"/>
            <a:stretch>
              <a:fillRect/>
            </a:stretch>
          </p:blipFill>
          <p:spPr>
            <a:xfrm>
              <a:off x="2069694" y="1414478"/>
              <a:ext cx="1886186" cy="3635349"/>
            </a:xfrm>
            <a:prstGeom prst="rect">
              <a:avLst/>
            </a:prstGeom>
          </p:spPr>
        </p:pic>
        <p:pic>
          <p:nvPicPr>
            <p:cNvPr id="12" name="Picture 11" descr="Screens screenshot of a computer&#10;&#10;AI-generated content may be incorrect.">
              <a:extLst>
                <a:ext uri="{FF2B5EF4-FFF2-40B4-BE49-F238E27FC236}">
                  <a16:creationId xmlns:a16="http://schemas.microsoft.com/office/drawing/2014/main" id="{9E527892-BAB6-868A-3245-D396A653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42" t="38383" r="70422" b="4130"/>
            <a:stretch>
              <a:fillRect/>
            </a:stretch>
          </p:blipFill>
          <p:spPr>
            <a:xfrm>
              <a:off x="5418620" y="1414478"/>
              <a:ext cx="1560003" cy="1865132"/>
            </a:xfrm>
            <a:prstGeom prst="rect">
              <a:avLst/>
            </a:prstGeom>
          </p:spPr>
        </p:pic>
        <p:pic>
          <p:nvPicPr>
            <p:cNvPr id="13" name="Picture 12" descr="Screens screenshot of a computer&#10;&#10;AI-generated content may be incorrect.">
              <a:extLst>
                <a:ext uri="{FF2B5EF4-FFF2-40B4-BE49-F238E27FC236}">
                  <a16:creationId xmlns:a16="http://schemas.microsoft.com/office/drawing/2014/main" id="{072C3E27-B4E9-E9C5-9836-FC236A4CC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518" t="38886" r="45041" b="5759"/>
            <a:stretch>
              <a:fillRect/>
            </a:stretch>
          </p:blipFill>
          <p:spPr>
            <a:xfrm>
              <a:off x="5496688" y="3225381"/>
              <a:ext cx="1476236" cy="1816302"/>
            </a:xfrm>
            <a:prstGeom prst="rect">
              <a:avLst/>
            </a:prstGeom>
          </p:spPr>
        </p:pic>
        <p:pic>
          <p:nvPicPr>
            <p:cNvPr id="3" name="Picture 2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02902C8B-0E89-C369-4D6F-1E032B5B4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1716" r="3944" b="206"/>
            <a:stretch>
              <a:fillRect/>
            </a:stretch>
          </p:blipFill>
          <p:spPr>
            <a:xfrm>
              <a:off x="3795156" y="1415632"/>
              <a:ext cx="1709728" cy="3627506"/>
            </a:xfrm>
            <a:prstGeom prst="rect">
              <a:avLst/>
            </a:prstGeom>
          </p:spPr>
        </p:pic>
        <p:pic>
          <p:nvPicPr>
            <p:cNvPr id="11" name="Picture 10" descr="Screens screenshot of a computer&#10;&#10;AI-generated content may be incorrect.">
              <a:extLst>
                <a:ext uri="{FF2B5EF4-FFF2-40B4-BE49-F238E27FC236}">
                  <a16:creationId xmlns:a16="http://schemas.microsoft.com/office/drawing/2014/main" id="{66A2F97C-6F30-4C65-9586-14403C2A6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9731" t="36" r="207" b="170"/>
            <a:stretch>
              <a:fillRect/>
            </a:stretch>
          </p:blipFill>
          <p:spPr>
            <a:xfrm>
              <a:off x="6785738" y="1415632"/>
              <a:ext cx="1846825" cy="3629341"/>
            </a:xfrm>
            <a:prstGeom prst="rect">
              <a:avLst/>
            </a:prstGeom>
          </p:spPr>
        </p:pic>
        <p:pic>
          <p:nvPicPr>
            <p:cNvPr id="14" name="Picture 13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A55535DF-2661-7BE2-4BE9-194E48358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43" r="58106" b="-132"/>
            <a:stretch>
              <a:fillRect/>
            </a:stretch>
          </p:blipFill>
          <p:spPr>
            <a:xfrm>
              <a:off x="8524776" y="1414478"/>
              <a:ext cx="1657435" cy="3632202"/>
            </a:xfrm>
            <a:prstGeom prst="rect">
              <a:avLst/>
            </a:prstGeom>
          </p:spPr>
        </p:pic>
        <p:pic>
          <p:nvPicPr>
            <p:cNvPr id="15" name="Picture 14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569B2064-AA35-2776-AC7D-6E1495A52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4896" r="-161"/>
            <a:stretch>
              <a:fillRect/>
            </a:stretch>
          </p:blipFill>
          <p:spPr>
            <a:xfrm>
              <a:off x="9978926" y="1416049"/>
              <a:ext cx="1790796" cy="3625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597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07A8F-3507-E0E7-1679-80744971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BA68CF74-AC68-BF89-60E9-78592B26B9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ThaiBev Sans New"/>
              </a:rPr>
              <a:t>Cross Docking – </a:t>
            </a:r>
            <a:r>
              <a:rPr lang="en-US" b="1">
                <a:latin typeface="ThaiBev Sans New Black"/>
                <a:cs typeface="ThaiBev Sans New"/>
              </a:rPr>
              <a:t>Screen Mockup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FCBB1722-52CA-F3DF-FD7E-DB38A8B281EE}"/>
              </a:ext>
            </a:extLst>
          </p:cNvPr>
          <p:cNvSpPr txBox="1">
            <a:spLocks/>
          </p:cNvSpPr>
          <p:nvPr/>
        </p:nvSpPr>
        <p:spPr>
          <a:xfrm>
            <a:off x="313220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/>
                <a:cs typeface="ThaiBev Sans New"/>
              </a:rPr>
              <a:t>Receive – </a:t>
            </a:r>
            <a:r>
              <a:rPr lang="en-US" sz="2000" err="1">
                <a:solidFill>
                  <a:srgbClr val="AE841D"/>
                </a:solidFill>
                <a:latin typeface="Kanit Medium"/>
                <a:cs typeface="ThaiBev Sans New"/>
              </a:rPr>
              <a:t>กำลังตรวจรับ</a:t>
            </a:r>
            <a:endParaRPr lang="en-US" sz="2000" err="1">
              <a:solidFill>
                <a:srgbClr val="AE841D"/>
              </a:solidFill>
              <a:latin typeface="Kanit Medium" panose="00000600000000000000" pitchFamily="2" charset="-34"/>
              <a:cs typeface="ThaiBev Sans New"/>
            </a:endParaRPr>
          </a:p>
        </p:txBody>
      </p:sp>
      <p:pic>
        <p:nvPicPr>
          <p:cNvPr id="6" name="Picture 5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C0CF1C93-05B9-42B4-ABE8-864EC31A6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18" y="1342933"/>
            <a:ext cx="11135591" cy="468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236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A389-3F2E-CEE1-4DF9-B4305AE7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C70B77C4-A3A6-323D-E878-0E573F6D75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ThaiBev Sans New"/>
              </a:rPr>
              <a:t>Cross Docking – </a:t>
            </a:r>
            <a:r>
              <a:rPr lang="en-US" b="1">
                <a:latin typeface="ThaiBev Sans New Black"/>
                <a:cs typeface="ThaiBev Sans New"/>
              </a:rPr>
              <a:t>Screen Mockup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8F816E38-EAC1-CC4D-8294-F9B64F11EED1}"/>
              </a:ext>
            </a:extLst>
          </p:cNvPr>
          <p:cNvSpPr txBox="1">
            <a:spLocks/>
          </p:cNvSpPr>
          <p:nvPr/>
        </p:nvSpPr>
        <p:spPr>
          <a:xfrm>
            <a:off x="313220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/>
                <a:cs typeface="ThaiBev Sans New"/>
              </a:rPr>
              <a:t>Receive – </a:t>
            </a:r>
            <a:r>
              <a:rPr lang="en-US" sz="2000" err="1">
                <a:solidFill>
                  <a:srgbClr val="AE841D"/>
                </a:solidFill>
                <a:latin typeface="Kanit Medium"/>
                <a:cs typeface="ThaiBev Sans New"/>
              </a:rPr>
              <a:t>ตรวจรับสำเร็จ</a:t>
            </a:r>
            <a:endParaRPr lang="en-US" sz="2000" err="1">
              <a:solidFill>
                <a:srgbClr val="AE841D"/>
              </a:solidFill>
              <a:latin typeface="Kanit Medium" panose="00000600000000000000" pitchFamily="2" charset="-34"/>
              <a:cs typeface="ThaiBev Sans New"/>
            </a:endParaRPr>
          </a:p>
        </p:txBody>
      </p:sp>
      <p:pic>
        <p:nvPicPr>
          <p:cNvPr id="2" name="Picture 1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DB1635F8-CA75-4397-0800-638E9FDE8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90" y="1304635"/>
            <a:ext cx="5540220" cy="487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89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A719-18DC-764E-E69A-817F7FE6A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39DE8599-36C0-9474-6610-99BBA6A753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ThaiBev Sans New"/>
              </a:rPr>
              <a:t>Cross Docking – </a:t>
            </a:r>
            <a:r>
              <a:rPr lang="en-US" b="1">
                <a:latin typeface="ThaiBev Sans New Black"/>
                <a:cs typeface="ThaiBev Sans New"/>
              </a:rPr>
              <a:t>Screen Mockup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FF783F1E-1FF1-7E4A-E77E-C0CBBDB5C019}"/>
              </a:ext>
            </a:extLst>
          </p:cNvPr>
          <p:cNvSpPr txBox="1">
            <a:spLocks/>
          </p:cNvSpPr>
          <p:nvPr/>
        </p:nvSpPr>
        <p:spPr>
          <a:xfrm>
            <a:off x="313220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/>
                <a:cs typeface="ThaiBev Sans New"/>
              </a:rPr>
              <a:t>Pack – Matched</a:t>
            </a:r>
            <a:endParaRPr lang="en-US" sz="2000" err="1">
              <a:solidFill>
                <a:srgbClr val="AE841D"/>
              </a:solidFill>
              <a:latin typeface="Kanit Medium" panose="00000600000000000000" pitchFamily="2" charset="-34"/>
              <a:cs typeface="ThaiBev Sans New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573A54-D626-4505-5195-8DC59F5A2E76}"/>
              </a:ext>
            </a:extLst>
          </p:cNvPr>
          <p:cNvGrpSpPr/>
          <p:nvPr/>
        </p:nvGrpSpPr>
        <p:grpSpPr>
          <a:xfrm>
            <a:off x="285466" y="1230832"/>
            <a:ext cx="11641282" cy="5106210"/>
            <a:chOff x="285466" y="1230832"/>
            <a:chExt cx="11641282" cy="5106210"/>
          </a:xfrm>
        </p:grpSpPr>
        <p:pic>
          <p:nvPicPr>
            <p:cNvPr id="3" name="Picture 2" descr="Screens screenshot of a mobile application&#10;&#10;AI-generated content may be incorrect.">
              <a:extLst>
                <a:ext uri="{FF2B5EF4-FFF2-40B4-BE49-F238E27FC236}">
                  <a16:creationId xmlns:a16="http://schemas.microsoft.com/office/drawing/2014/main" id="{85568A4F-F179-0AFC-4362-22055BEB7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66" t="-974" r="76293" b="33"/>
            <a:stretch>
              <a:fillRect/>
            </a:stretch>
          </p:blipFill>
          <p:spPr>
            <a:xfrm>
              <a:off x="285466" y="1230832"/>
              <a:ext cx="1816736" cy="5104602"/>
            </a:xfrm>
            <a:prstGeom prst="rect">
              <a:avLst/>
            </a:prstGeom>
          </p:spPr>
        </p:pic>
        <p:pic>
          <p:nvPicPr>
            <p:cNvPr id="4" name="Picture 3" descr="Screens screenshot of a mobile application&#10;&#10;AI-generated content may be incorrect.">
              <a:extLst>
                <a:ext uri="{FF2B5EF4-FFF2-40B4-BE49-F238E27FC236}">
                  <a16:creationId xmlns:a16="http://schemas.microsoft.com/office/drawing/2014/main" id="{ACF0AFB2-7A18-0533-810E-8F682487F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91" r="75056" b="114"/>
            <a:stretch>
              <a:fillRect/>
            </a:stretch>
          </p:blipFill>
          <p:spPr>
            <a:xfrm>
              <a:off x="6955132" y="1280102"/>
              <a:ext cx="1951859" cy="5051146"/>
            </a:xfrm>
            <a:prstGeom prst="rect">
              <a:avLst/>
            </a:prstGeom>
          </p:spPr>
        </p:pic>
        <p:pic>
          <p:nvPicPr>
            <p:cNvPr id="5" name="Picture 4" descr="Screens screenshot of a mobile application&#10;&#10;AI-generated content may be incorrect.">
              <a:extLst>
                <a:ext uri="{FF2B5EF4-FFF2-40B4-BE49-F238E27FC236}">
                  <a16:creationId xmlns:a16="http://schemas.microsoft.com/office/drawing/2014/main" id="{D40C82A8-7494-BC32-C069-2A417FE4C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848" r="49562" b="40031"/>
            <a:stretch>
              <a:fillRect/>
            </a:stretch>
          </p:blipFill>
          <p:spPr>
            <a:xfrm>
              <a:off x="7064813" y="3244272"/>
              <a:ext cx="1840833" cy="3032564"/>
            </a:xfrm>
            <a:prstGeom prst="rect">
              <a:avLst/>
            </a:prstGeom>
          </p:spPr>
        </p:pic>
        <p:pic>
          <p:nvPicPr>
            <p:cNvPr id="6" name="Picture 5" descr="Screens screenshot of a mobile application&#10;&#10;AI-generated content may be incorrect.">
              <a:extLst>
                <a:ext uri="{FF2B5EF4-FFF2-40B4-BE49-F238E27FC236}">
                  <a16:creationId xmlns:a16="http://schemas.microsoft.com/office/drawing/2014/main" id="{E5DEE18F-F50B-492E-5487-DEC517362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267" t="33" r="24829" b="-33"/>
            <a:stretch>
              <a:fillRect/>
            </a:stretch>
          </p:blipFill>
          <p:spPr>
            <a:xfrm>
              <a:off x="3516027" y="1280102"/>
              <a:ext cx="2106432" cy="5056940"/>
            </a:xfrm>
            <a:prstGeom prst="rect">
              <a:avLst/>
            </a:prstGeom>
          </p:spPr>
        </p:pic>
        <p:pic>
          <p:nvPicPr>
            <p:cNvPr id="8" name="Picture 7" descr="Screens screenshot of a mobile application&#10;&#10;AI-generated content may be incorrect.">
              <a:extLst>
                <a:ext uri="{FF2B5EF4-FFF2-40B4-BE49-F238E27FC236}">
                  <a16:creationId xmlns:a16="http://schemas.microsoft.com/office/drawing/2014/main" id="{605FD3B2-A5EA-6105-EC05-EAD8CD0C4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171" t="-974" r="52293" b="33"/>
            <a:stretch>
              <a:fillRect/>
            </a:stretch>
          </p:blipFill>
          <p:spPr>
            <a:xfrm>
              <a:off x="1984090" y="1230832"/>
              <a:ext cx="1832600" cy="5104602"/>
            </a:xfrm>
            <a:prstGeom prst="rect">
              <a:avLst/>
            </a:prstGeom>
          </p:spPr>
        </p:pic>
        <p:pic>
          <p:nvPicPr>
            <p:cNvPr id="9" name="Picture 8" descr="Screens screenshot of a mobile application&#10;&#10;AI-generated content may be incorrect.">
              <a:extLst>
                <a:ext uri="{FF2B5EF4-FFF2-40B4-BE49-F238E27FC236}">
                  <a16:creationId xmlns:a16="http://schemas.microsoft.com/office/drawing/2014/main" id="{F8110BC4-9279-911A-223C-711B6A98A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4654" t="-942" r="2124"/>
            <a:stretch>
              <a:fillRect/>
            </a:stretch>
          </p:blipFill>
          <p:spPr>
            <a:xfrm>
              <a:off x="5339317" y="1230832"/>
              <a:ext cx="1888375" cy="5104572"/>
            </a:xfrm>
            <a:prstGeom prst="rect">
              <a:avLst/>
            </a:prstGeom>
          </p:spPr>
        </p:pic>
        <p:pic>
          <p:nvPicPr>
            <p:cNvPr id="7" name="Picture 6" descr="Screens screenshot of a mobile application&#10;&#10;AI-generated content may be incorrect.">
              <a:extLst>
                <a:ext uri="{FF2B5EF4-FFF2-40B4-BE49-F238E27FC236}">
                  <a16:creationId xmlns:a16="http://schemas.microsoft.com/office/drawing/2014/main" id="{4A481DA7-9EA0-722A-B6D1-A381397A0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964" t="32" r="5691" b="592"/>
            <a:stretch>
              <a:fillRect/>
            </a:stretch>
          </p:blipFill>
          <p:spPr>
            <a:xfrm>
              <a:off x="8588813" y="1280102"/>
              <a:ext cx="3337935" cy="50565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4503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B102-DAF4-2451-782D-E67D074C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C45B1948-2275-34E2-53AF-C5EEA755B2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ThaiBev Sans New"/>
              </a:rPr>
              <a:t>Cross Docking – </a:t>
            </a:r>
            <a:r>
              <a:rPr lang="en-US" b="1">
                <a:latin typeface="ThaiBev Sans New Black"/>
                <a:cs typeface="ThaiBev Sans New"/>
              </a:rPr>
              <a:t>Screen Mockup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F8BBA9E4-CA55-05AA-A63D-A02EB1A1B4D5}"/>
              </a:ext>
            </a:extLst>
          </p:cNvPr>
          <p:cNvSpPr txBox="1">
            <a:spLocks/>
          </p:cNvSpPr>
          <p:nvPr/>
        </p:nvSpPr>
        <p:spPr>
          <a:xfrm>
            <a:off x="313220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/>
                <a:cs typeface="ThaiBev Sans New"/>
              </a:rPr>
              <a:t>Pack – In packing</a:t>
            </a:r>
            <a:endParaRPr lang="en-US" sz="2000" err="1">
              <a:solidFill>
                <a:srgbClr val="AE841D"/>
              </a:solidFill>
              <a:latin typeface="Kanit Medium" panose="00000600000000000000" pitchFamily="2" charset="-34"/>
              <a:cs typeface="ThaiBev Sans New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0B20FE-BA02-F775-C2F5-C5F31C5EA99B}"/>
              </a:ext>
            </a:extLst>
          </p:cNvPr>
          <p:cNvGrpSpPr/>
          <p:nvPr/>
        </p:nvGrpSpPr>
        <p:grpSpPr>
          <a:xfrm>
            <a:off x="388938" y="1580707"/>
            <a:ext cx="11344910" cy="4069702"/>
            <a:chOff x="388938" y="1580707"/>
            <a:chExt cx="11344910" cy="4069702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98CFF69-26F7-F5A9-1198-FA732B316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2812" b="-589"/>
            <a:stretch>
              <a:fillRect/>
            </a:stretch>
          </p:blipFill>
          <p:spPr>
            <a:xfrm>
              <a:off x="388938" y="1580707"/>
              <a:ext cx="8191480" cy="4069702"/>
            </a:xfrm>
            <a:prstGeom prst="rect">
              <a:avLst/>
            </a:prstGeom>
          </p:spPr>
        </p:pic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64F87C70-A8BF-CED3-1A82-E024CA2D6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2052" r="-65" b="-589"/>
            <a:stretch>
              <a:fillRect/>
            </a:stretch>
          </p:blipFill>
          <p:spPr>
            <a:xfrm>
              <a:off x="8318500" y="1580707"/>
              <a:ext cx="3415348" cy="40697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5343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10DF-1419-863C-445B-DD5C21F17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71DCCE88-87AD-2BDD-7A3C-BF0E3F44AD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ThaiBev Sans New"/>
              </a:rPr>
              <a:t>Cross Docking – </a:t>
            </a:r>
            <a:r>
              <a:rPr lang="en-US" b="1">
                <a:latin typeface="ThaiBev Sans New Black"/>
                <a:cs typeface="ThaiBev Sans New"/>
              </a:rPr>
              <a:t>Screen Mockup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8AC71258-8549-E4EB-ED55-DA0DC393F059}"/>
              </a:ext>
            </a:extLst>
          </p:cNvPr>
          <p:cNvSpPr txBox="1">
            <a:spLocks/>
          </p:cNvSpPr>
          <p:nvPr/>
        </p:nvSpPr>
        <p:spPr>
          <a:xfrm>
            <a:off x="321158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 panose="00000600000000000000" pitchFamily="2" charset="-34"/>
                <a:cs typeface="ThaiBev Sans New"/>
              </a:rPr>
              <a:t>Loading - Loading</a:t>
            </a:r>
            <a:endParaRPr lang="en-US" sz="2000" err="1">
              <a:solidFill>
                <a:srgbClr val="AE841D"/>
              </a:solidFill>
              <a:latin typeface="Kanit Medium" panose="00000600000000000000" pitchFamily="2" charset="-34"/>
              <a:cs typeface="ThaiBev Sans New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3471DA5-8045-5C44-ED76-E2C95F40DB9F}"/>
              </a:ext>
            </a:extLst>
          </p:cNvPr>
          <p:cNvGrpSpPr/>
          <p:nvPr/>
        </p:nvGrpSpPr>
        <p:grpSpPr>
          <a:xfrm>
            <a:off x="426053" y="1238250"/>
            <a:ext cx="11028379" cy="5151438"/>
            <a:chOff x="370491" y="1238250"/>
            <a:chExt cx="11028379" cy="5151438"/>
          </a:xfrm>
        </p:grpSpPr>
        <p:pic>
          <p:nvPicPr>
            <p:cNvPr id="7" name="Picture 6" descr="Screens screenshot of a phone&#10;&#10;AI-generated content may be incorrect.">
              <a:extLst>
                <a:ext uri="{FF2B5EF4-FFF2-40B4-BE49-F238E27FC236}">
                  <a16:creationId xmlns:a16="http://schemas.microsoft.com/office/drawing/2014/main" id="{CDE77223-B714-BBAA-8ECB-01FA5ECDA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491" y="1238250"/>
              <a:ext cx="3275394" cy="5151438"/>
            </a:xfrm>
            <a:prstGeom prst="rect">
              <a:avLst/>
            </a:prstGeom>
          </p:spPr>
        </p:pic>
        <p:pic>
          <p:nvPicPr>
            <p:cNvPr id="8" name="Picture 7" descr="Screens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05988912-5348-B5B0-1BFB-67087BF80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26815" y="1238250"/>
              <a:ext cx="7772055" cy="51514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7900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91777-EFFF-3F6D-16D0-7637322B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5E0C8533-69AC-9166-A8AF-77975FEA6F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ThaiBev Sans New"/>
              </a:rPr>
              <a:t>Cross Docking – </a:t>
            </a:r>
            <a:r>
              <a:rPr lang="en-US" b="1">
                <a:latin typeface="ThaiBev Sans New Black"/>
                <a:cs typeface="ThaiBev Sans New"/>
              </a:rPr>
              <a:t>Screen Mockup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2ACB3ECA-995B-67C1-9FBD-FFA22DD4332B}"/>
              </a:ext>
            </a:extLst>
          </p:cNvPr>
          <p:cNvSpPr txBox="1">
            <a:spLocks/>
          </p:cNvSpPr>
          <p:nvPr/>
        </p:nvSpPr>
        <p:spPr>
          <a:xfrm>
            <a:off x="321158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 panose="00000600000000000000" pitchFamily="2" charset="-34"/>
                <a:cs typeface="ThaiBev Sans New"/>
              </a:rPr>
              <a:t>Canceling - </a:t>
            </a:r>
            <a:r>
              <a:rPr lang="en-US" sz="2000" err="1">
                <a:solidFill>
                  <a:srgbClr val="AE841D"/>
                </a:solidFill>
                <a:latin typeface="Kanit Medium" panose="00000600000000000000" pitchFamily="2" charset="-34"/>
                <a:cs typeface="ThaiBev Sans New"/>
              </a:rPr>
              <a:t>หลังรับสินค้า</a:t>
            </a:r>
          </a:p>
        </p:txBody>
      </p:sp>
      <p:pic>
        <p:nvPicPr>
          <p:cNvPr id="2" name="Picture 1" descr="Screens screenshot of a login screen&#10;&#10;AI-generated content may be incorrect.">
            <a:extLst>
              <a:ext uri="{FF2B5EF4-FFF2-40B4-BE49-F238E27FC236}">
                <a16:creationId xmlns:a16="http://schemas.microsoft.com/office/drawing/2014/main" id="{8C31CE02-F64E-E238-519D-20608F919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315244"/>
            <a:ext cx="11297228" cy="459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08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CCCE-4BD9-7899-5C96-C7E32A68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B3BC0F15-045D-A523-D2C7-2C43CB3A4D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ThaiBev Sans New"/>
              </a:rPr>
              <a:t>Cross Docking – </a:t>
            </a:r>
            <a:r>
              <a:rPr lang="en-US" b="1">
                <a:latin typeface="ThaiBev Sans New Black"/>
                <a:cs typeface="ThaiBev Sans New"/>
              </a:rPr>
              <a:t>Screen Mockup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A32C7AC3-3586-00DC-69D4-388D19C5C18D}"/>
              </a:ext>
            </a:extLst>
          </p:cNvPr>
          <p:cNvSpPr txBox="1">
            <a:spLocks/>
          </p:cNvSpPr>
          <p:nvPr/>
        </p:nvSpPr>
        <p:spPr>
          <a:xfrm>
            <a:off x="321158" y="714895"/>
            <a:ext cx="10719749" cy="516823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800" b="0" i="0" kern="1200" baseline="0">
                <a:solidFill>
                  <a:schemeClr val="accent1"/>
                </a:solidFill>
                <a:latin typeface="ThaiBev Sans New Black" panose="00000A00000000000000" pitchFamily="50" charset="-34"/>
                <a:ea typeface="+mn-ea"/>
                <a:cs typeface="ThaiBev Sans New Black" panose="00000A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AE841D"/>
                </a:solidFill>
                <a:latin typeface="Kanit Medium" panose="00000600000000000000" pitchFamily="2" charset="-34"/>
                <a:cs typeface="ThaiBev Sans New"/>
              </a:rPr>
              <a:t>Canceling - </a:t>
            </a:r>
            <a:r>
              <a:rPr lang="en-US" sz="2000" err="1">
                <a:solidFill>
                  <a:srgbClr val="AE841D"/>
                </a:solidFill>
                <a:latin typeface="Kanit Medium" panose="00000600000000000000" pitchFamily="2" charset="-34"/>
                <a:cs typeface="ThaiBev Sans New"/>
              </a:rPr>
              <a:t>หลังโหลดสินค้า</a:t>
            </a:r>
          </a:p>
        </p:txBody>
      </p:sp>
      <p:pic>
        <p:nvPicPr>
          <p:cNvPr id="3" name="Picture 2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0C3CEF9B-23E0-7BDC-795C-8F224E24B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7" y="1326790"/>
            <a:ext cx="11354954" cy="464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98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8FD6D-5B07-CD98-DE89-99FDBB2E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A1312-AB37-DAE7-99E5-5935F9FE6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42C89859-9428-1745-8F9A-C854207FEE4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07D4B19-BF7A-5B61-77E0-0343C19B7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428" y="1094009"/>
            <a:ext cx="8071807" cy="1663176"/>
          </a:xfrm>
        </p:spPr>
        <p:txBody>
          <a:bodyPr lIns="91440" tIns="45720" rIns="91440" bIns="45720" anchor="ctr"/>
          <a:lstStyle/>
          <a:p>
            <a:r>
              <a:rPr lang="en-US" b="1">
                <a:cs typeface="ThaiBev Sans New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699906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29E1-04CA-9310-3602-D336EF9DB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2535FA6-7940-DF45-6846-E79E83B10C3F}"/>
              </a:ext>
            </a:extLst>
          </p:cNvPr>
          <p:cNvSpPr txBox="1"/>
          <p:nvPr/>
        </p:nvSpPr>
        <p:spPr>
          <a:xfrm>
            <a:off x="588919" y="2228617"/>
            <a:ext cx="2424489" cy="60016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Shipment#1 = </a:t>
            </a:r>
            <a:r>
              <a:rPr lang="en-US" sz="1100">
                <a:solidFill>
                  <a:srgbClr val="007A3E"/>
                </a:solidFill>
                <a:latin typeface="ThaiBev Sans New"/>
                <a:cs typeface="ThaiBev Sans New"/>
              </a:rPr>
              <a:t> 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Shipment#1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Hub 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FB43A7-260E-DFD7-00D7-DACC9A8B6C5F}"/>
              </a:ext>
            </a:extLst>
          </p:cNvPr>
          <p:cNvSpPr txBox="1"/>
          <p:nvPr/>
        </p:nvSpPr>
        <p:spPr>
          <a:xfrm>
            <a:off x="8795898" y="1554206"/>
            <a:ext cx="2250056" cy="60016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Shipment#2 = </a:t>
            </a:r>
            <a:r>
              <a:rPr lang="en-US" sz="1100">
                <a:solidFill>
                  <a:srgbClr val="FF0000"/>
                </a:solidFill>
              </a:rPr>
              <a:t> 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Shipment#2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6E84A9-45A8-CE80-C3A1-40C170F9C272}"/>
              </a:ext>
            </a:extLst>
          </p:cNvPr>
          <p:cNvSpPr txBox="1"/>
          <p:nvPr/>
        </p:nvSpPr>
        <p:spPr>
          <a:xfrm>
            <a:off x="8814259" y="2968307"/>
            <a:ext cx="2250055" cy="60016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Shipment#3 = </a:t>
            </a:r>
            <a:r>
              <a:rPr lang="en-US" sz="1100">
                <a:solidFill>
                  <a:srgbClr val="FF0000"/>
                </a:solidFill>
              </a:rPr>
              <a:t> 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Shipment#3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POD#3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A96C548-666B-B2E7-79ED-06AC7D4C6DE6}"/>
              </a:ext>
            </a:extLst>
          </p:cNvPr>
          <p:cNvCxnSpPr>
            <a:cxnSpLocks/>
            <a:stCxn id="53" idx="3"/>
            <a:endCxn id="67" idx="1"/>
          </p:cNvCxnSpPr>
          <p:nvPr/>
        </p:nvCxnSpPr>
        <p:spPr>
          <a:xfrm flipV="1">
            <a:off x="5950809" y="1302903"/>
            <a:ext cx="2909354" cy="6796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49078FF-7B09-0D9A-0476-6A8EA2965B37}"/>
              </a:ext>
            </a:extLst>
          </p:cNvPr>
          <p:cNvCxnSpPr>
            <a:cxnSpLocks/>
            <a:stCxn id="53" idx="3"/>
            <a:endCxn id="68" idx="1"/>
          </p:cNvCxnSpPr>
          <p:nvPr/>
        </p:nvCxnSpPr>
        <p:spPr>
          <a:xfrm>
            <a:off x="5950809" y="1982515"/>
            <a:ext cx="2909354" cy="7302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208">
            <a:extLst>
              <a:ext uri="{FF2B5EF4-FFF2-40B4-BE49-F238E27FC236}">
                <a16:creationId xmlns:a16="http://schemas.microsoft.com/office/drawing/2014/main" id="{C0BB9DD6-4FE7-9C74-8264-B11821F03B74}"/>
              </a:ext>
            </a:extLst>
          </p:cNvPr>
          <p:cNvSpPr/>
          <p:nvPr/>
        </p:nvSpPr>
        <p:spPr>
          <a:xfrm>
            <a:off x="4623377" y="1724103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en-US" sz="11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1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67" name="Rectangle: Rounded Corners 208">
            <a:extLst>
              <a:ext uri="{FF2B5EF4-FFF2-40B4-BE49-F238E27FC236}">
                <a16:creationId xmlns:a16="http://schemas.microsoft.com/office/drawing/2014/main" id="{31575B97-996E-EC83-52E7-8D4AA5A54043}"/>
              </a:ext>
            </a:extLst>
          </p:cNvPr>
          <p:cNvSpPr/>
          <p:nvPr/>
        </p:nvSpPr>
        <p:spPr>
          <a:xfrm>
            <a:off x="8860163" y="1044491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1</a:t>
            </a:r>
          </a:p>
        </p:txBody>
      </p:sp>
      <p:sp>
        <p:nvSpPr>
          <p:cNvPr id="68" name="Rectangle: Rounded Corners 208">
            <a:extLst>
              <a:ext uri="{FF2B5EF4-FFF2-40B4-BE49-F238E27FC236}">
                <a16:creationId xmlns:a16="http://schemas.microsoft.com/office/drawing/2014/main" id="{5E49C528-164F-E0E7-DE3D-C4561AC31D0A}"/>
              </a:ext>
            </a:extLst>
          </p:cNvPr>
          <p:cNvSpPr/>
          <p:nvPr/>
        </p:nvSpPr>
        <p:spPr>
          <a:xfrm>
            <a:off x="8860163" y="2454380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2</a:t>
            </a:r>
          </a:p>
        </p:txBody>
      </p:sp>
      <p:pic>
        <p:nvPicPr>
          <p:cNvPr id="72" name="Graphic 71" descr="Truck">
            <a:extLst>
              <a:ext uri="{FF2B5EF4-FFF2-40B4-BE49-F238E27FC236}">
                <a16:creationId xmlns:a16="http://schemas.microsoft.com/office/drawing/2014/main" id="{ED879720-A79B-56AB-3A7A-87F40428DA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17616" y="1073467"/>
            <a:ext cx="1147113" cy="1147113"/>
          </a:xfrm>
          <a:prstGeom prst="rect">
            <a:avLst/>
          </a:prstGeom>
        </p:spPr>
      </p:pic>
      <p:pic>
        <p:nvPicPr>
          <p:cNvPr id="73" name="Graphic 72" descr="Truck">
            <a:extLst>
              <a:ext uri="{FF2B5EF4-FFF2-40B4-BE49-F238E27FC236}">
                <a16:creationId xmlns:a16="http://schemas.microsoft.com/office/drawing/2014/main" id="{A1617465-9036-22D8-B893-0691F588CF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1356" y="850860"/>
            <a:ext cx="519935" cy="519935"/>
          </a:xfrm>
          <a:prstGeom prst="rect">
            <a:avLst/>
          </a:prstGeom>
        </p:spPr>
      </p:pic>
      <p:sp>
        <p:nvSpPr>
          <p:cNvPr id="75" name="Rectangle: Rounded Corners 208">
            <a:extLst>
              <a:ext uri="{FF2B5EF4-FFF2-40B4-BE49-F238E27FC236}">
                <a16:creationId xmlns:a16="http://schemas.microsoft.com/office/drawing/2014/main" id="{9B751CE1-2471-9F63-CFB6-3DAA190E3F58}"/>
              </a:ext>
            </a:extLst>
          </p:cNvPr>
          <p:cNvSpPr/>
          <p:nvPr/>
        </p:nvSpPr>
        <p:spPr>
          <a:xfrm>
            <a:off x="584092" y="1723488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20620E0-CE41-5309-D54F-2F083C8E4845}"/>
              </a:ext>
            </a:extLst>
          </p:cNvPr>
          <p:cNvCxnSpPr>
            <a:cxnSpLocks/>
            <a:stCxn id="75" idx="3"/>
            <a:endCxn id="53" idx="1"/>
          </p:cNvCxnSpPr>
          <p:nvPr/>
        </p:nvCxnSpPr>
        <p:spPr>
          <a:xfrm>
            <a:off x="1911524" y="1981900"/>
            <a:ext cx="2711853" cy="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F75405AD-95BB-536B-90D6-42A5FC355199}"/>
              </a:ext>
            </a:extLst>
          </p:cNvPr>
          <p:cNvSpPr/>
          <p:nvPr/>
        </p:nvSpPr>
        <p:spPr>
          <a:xfrm>
            <a:off x="403580" y="709863"/>
            <a:ext cx="11384839" cy="3198749"/>
          </a:xfrm>
          <a:prstGeom prst="rect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AC9526-6CA6-C368-6BA8-D1F084AB11F4}"/>
              </a:ext>
            </a:extLst>
          </p:cNvPr>
          <p:cNvSpPr txBox="1"/>
          <p:nvPr/>
        </p:nvSpPr>
        <p:spPr>
          <a:xfrm>
            <a:off x="3670804" y="1329018"/>
            <a:ext cx="258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C372513-D022-3649-BE89-F0C2168BC9B4}"/>
              </a:ext>
            </a:extLst>
          </p:cNvPr>
          <p:cNvSpPr txBox="1"/>
          <p:nvPr/>
        </p:nvSpPr>
        <p:spPr>
          <a:xfrm>
            <a:off x="8301199" y="970254"/>
            <a:ext cx="240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52735EC-8558-A001-7EA0-4E4BCEAA527C}"/>
              </a:ext>
            </a:extLst>
          </p:cNvPr>
          <p:cNvSpPr txBox="1"/>
          <p:nvPr/>
        </p:nvSpPr>
        <p:spPr>
          <a:xfrm>
            <a:off x="4559579" y="1474320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Cross Dock location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9DF9B9-C047-CB4B-4627-93B9436343E4}"/>
              </a:ext>
            </a:extLst>
          </p:cNvPr>
          <p:cNvSpPr txBox="1"/>
          <p:nvPr/>
        </p:nvSpPr>
        <p:spPr>
          <a:xfrm>
            <a:off x="3028322" y="1104475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CIO#1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6A3867-4FC6-871C-7FF4-262C23967318}"/>
              </a:ext>
            </a:extLst>
          </p:cNvPr>
          <p:cNvSpPr txBox="1"/>
          <p:nvPr/>
        </p:nvSpPr>
        <p:spPr>
          <a:xfrm>
            <a:off x="5949826" y="1348749"/>
            <a:ext cx="285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81252-9B55-69EB-FB4A-57F0AC23F54B}"/>
              </a:ext>
            </a:extLst>
          </p:cNvPr>
          <p:cNvSpPr txBox="1"/>
          <p:nvPr/>
        </p:nvSpPr>
        <p:spPr>
          <a:xfrm>
            <a:off x="7648298" y="754160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COO#2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87A675E-B5B8-9E6C-00E3-71676B897F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1 CIO : n COO</a:t>
            </a:r>
          </a:p>
        </p:txBody>
      </p:sp>
      <p:pic>
        <p:nvPicPr>
          <p:cNvPr id="9" name="Graphic 8" descr="Truck">
            <a:extLst>
              <a:ext uri="{FF2B5EF4-FFF2-40B4-BE49-F238E27FC236}">
                <a16:creationId xmlns:a16="http://schemas.microsoft.com/office/drawing/2014/main" id="{625D5E01-7BA5-E9DE-44A1-0183921DD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5127" y="2287532"/>
            <a:ext cx="519935" cy="5199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BBABDC-724E-F9AA-07FE-BA6C23D9C6E1}"/>
              </a:ext>
            </a:extLst>
          </p:cNvPr>
          <p:cNvSpPr txBox="1"/>
          <p:nvPr/>
        </p:nvSpPr>
        <p:spPr>
          <a:xfrm>
            <a:off x="8310310" y="2378462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noProof="0">
                <a:solidFill>
                  <a:prstClr val="white"/>
                </a:solidFill>
                <a:latin typeface="ThaiBev Sans New"/>
                <a:cs typeface="ThaiBev Sans New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41E827-0532-9040-EF91-6F5D831ED0BD}"/>
              </a:ext>
            </a:extLst>
          </p:cNvPr>
          <p:cNvSpPr txBox="1"/>
          <p:nvPr/>
        </p:nvSpPr>
        <p:spPr>
          <a:xfrm>
            <a:off x="7703035" y="2151396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COO#3</a:t>
            </a:r>
          </a:p>
        </p:txBody>
      </p:sp>
    </p:spTree>
    <p:extLst>
      <p:ext uri="{BB962C8B-B14F-4D97-AF65-F5344CB8AC3E}">
        <p14:creationId xmlns:p14="http://schemas.microsoft.com/office/powerpoint/2010/main" val="2049691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E1F5F-6164-F114-1220-6060B215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EBB4863-F18E-E1D9-9E72-258BA1A2A8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1 CIO : n COO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701F1E-F602-530A-07AC-EB2172E488BF}"/>
              </a:ext>
            </a:extLst>
          </p:cNvPr>
          <p:cNvGraphicFramePr>
            <a:graphicFrameLocks noGrp="1"/>
          </p:cNvGraphicFramePr>
          <p:nvPr/>
        </p:nvGraphicFramePr>
        <p:xfrm>
          <a:off x="202844" y="2857867"/>
          <a:ext cx="11786309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398266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05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E39890D-0F81-4463-150C-345EEAE71A56}"/>
              </a:ext>
            </a:extLst>
          </p:cNvPr>
          <p:cNvSpPr txBox="1"/>
          <p:nvPr/>
        </p:nvSpPr>
        <p:spPr>
          <a:xfrm>
            <a:off x="202844" y="2598681"/>
            <a:ext cx="2280377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rPr>
              <a:t>Shipment </a:t>
            </a:r>
            <a:r>
              <a:rPr lang="en-US" sz="1100" b="1" u="sng">
                <a:solidFill>
                  <a:srgbClr val="FF0000"/>
                </a:solidFill>
                <a:ea typeface="+mn-lt"/>
                <a:cs typeface="+mn-lt"/>
              </a:rPr>
              <a:t>route plan Inbound</a:t>
            </a:r>
            <a:endParaRPr lang="en-US"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2A487-9049-81A7-6D02-444C0B79648B}"/>
              </a:ext>
            </a:extLst>
          </p:cNvPr>
          <p:cNvSpPr txBox="1"/>
          <p:nvPr/>
        </p:nvSpPr>
        <p:spPr>
          <a:xfrm>
            <a:off x="202844" y="4546336"/>
            <a:ext cx="3077684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rPr>
              <a:t>Shipment </a:t>
            </a:r>
            <a:r>
              <a:rPr lang="en-US" sz="1100" b="1" u="sng">
                <a:solidFill>
                  <a:srgbClr val="FF0000"/>
                </a:solidFill>
                <a:ea typeface="+mn-lt"/>
                <a:cs typeface="+mn-lt"/>
              </a:rPr>
              <a:t>route plan Outbound</a:t>
            </a:r>
            <a:endParaRPr lang="en-US">
              <a:ea typeface="+mn-e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9ECC38-3FC7-962B-F9F4-0F6D1FDC29AF}"/>
              </a:ext>
            </a:extLst>
          </p:cNvPr>
          <p:cNvGraphicFramePr>
            <a:graphicFrameLocks noGrp="1"/>
          </p:cNvGraphicFramePr>
          <p:nvPr/>
        </p:nvGraphicFramePr>
        <p:xfrm>
          <a:off x="202844" y="974057"/>
          <a:ext cx="11786309" cy="901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52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736729650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925257605"/>
                    </a:ext>
                  </a:extLst>
                </a:gridCol>
                <a:gridCol w="2071112">
                  <a:extLst>
                    <a:ext uri="{9D8B030D-6E8A-4147-A177-3AD203B41FA5}">
                      <a16:colId xmlns:a16="http://schemas.microsoft.com/office/drawing/2014/main" val="3293261894"/>
                    </a:ext>
                  </a:extLst>
                </a:gridCol>
                <a:gridCol w="1980150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1957649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</a:tblGrid>
              <a:tr h="398266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ต้นทาง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ปลายทาง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428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2E10B5-F9B3-0E7D-A93C-ECF4F66EB568}"/>
              </a:ext>
            </a:extLst>
          </p:cNvPr>
          <p:cNvSpPr txBox="1"/>
          <p:nvPr/>
        </p:nvSpPr>
        <p:spPr>
          <a:xfrm>
            <a:off x="202846" y="712949"/>
            <a:ext cx="15529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u="sng">
                <a:solidFill>
                  <a:srgbClr val="FF0000"/>
                </a:solidFill>
                <a:latin typeface="ThaiBev Sans New"/>
                <a:cs typeface="ThaiBev Sans New"/>
              </a:rPr>
              <a:t>Transportation Order</a:t>
            </a:r>
            <a:endParaRPr kumimoji="0" lang="en-US" sz="1100" b="1" i="0" u="sng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8ACD48-68E8-D6C8-9D27-5505E201B173}"/>
              </a:ext>
            </a:extLst>
          </p:cNvPr>
          <p:cNvGraphicFramePr>
            <a:graphicFrameLocks noGrp="1"/>
          </p:cNvGraphicFramePr>
          <p:nvPr/>
        </p:nvGraphicFramePr>
        <p:xfrm>
          <a:off x="202844" y="4807946"/>
          <a:ext cx="11786309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398266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Agent1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Agent2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600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481E-C998-4570-959B-56CF813E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586308DB-3757-5574-F7BB-EE222D7FC941}"/>
              </a:ext>
            </a:extLst>
          </p:cNvPr>
          <p:cNvSpPr/>
          <p:nvPr/>
        </p:nvSpPr>
        <p:spPr>
          <a:xfrm>
            <a:off x="489009" y="1254348"/>
            <a:ext cx="11384839" cy="459841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3E7D4A-5645-6F9F-C238-7F89123AA636}"/>
              </a:ext>
            </a:extLst>
          </p:cNvPr>
          <p:cNvSpPr txBox="1"/>
          <p:nvPr/>
        </p:nvSpPr>
        <p:spPr>
          <a:xfrm>
            <a:off x="683313" y="2638678"/>
            <a:ext cx="2351190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Shipment#1 = </a:t>
            </a:r>
            <a:r>
              <a:rPr lang="en-US" sz="1200">
                <a:solidFill>
                  <a:srgbClr val="007A3E"/>
                </a:solidFill>
                <a:latin typeface="ThaiBev Sans New"/>
                <a:cs typeface="ThaiBev Sans New"/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Hub 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976E59-A4CA-2ADA-F970-0D6052371069}"/>
              </a:ext>
            </a:extLst>
          </p:cNvPr>
          <p:cNvSpPr txBox="1"/>
          <p:nvPr/>
        </p:nvSpPr>
        <p:spPr>
          <a:xfrm>
            <a:off x="8954772" y="2072063"/>
            <a:ext cx="2286925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Shipment#3 = </a:t>
            </a:r>
            <a:r>
              <a:rPr lang="en-US">
                <a:solidFill>
                  <a:srgbClr val="FF0000"/>
                </a:solidFill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</a:t>
            </a:r>
            <a:r>
              <a:rPr lang="en-US">
                <a:solidFill>
                  <a:srgbClr val="FF0000"/>
                </a:solidFill>
              </a:rPr>
              <a:t>3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6A423D-7B52-6525-18EF-A46257E6589C}"/>
              </a:ext>
            </a:extLst>
          </p:cNvPr>
          <p:cNvSpPr txBox="1"/>
          <p:nvPr/>
        </p:nvSpPr>
        <p:spPr>
          <a:xfrm>
            <a:off x="8945591" y="3459942"/>
            <a:ext cx="2296105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Shipment#4 = </a:t>
            </a:r>
            <a:r>
              <a:rPr lang="en-US">
                <a:solidFill>
                  <a:srgbClr val="FF0000"/>
                </a:solidFill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#4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POD#4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1B30317E-0A95-E9C8-920C-A528FC16F4D2}"/>
              </a:ext>
            </a:extLst>
          </p:cNvPr>
          <p:cNvCxnSpPr>
            <a:cxnSpLocks/>
            <a:stCxn id="53" idx="3"/>
            <a:endCxn id="67" idx="1"/>
          </p:cNvCxnSpPr>
          <p:nvPr/>
        </p:nvCxnSpPr>
        <p:spPr>
          <a:xfrm flipV="1">
            <a:off x="6556192" y="1820760"/>
            <a:ext cx="2389400" cy="5630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65DAE8E-77FF-9C20-AB90-081A1D0CF756}"/>
              </a:ext>
            </a:extLst>
          </p:cNvPr>
          <p:cNvCxnSpPr>
            <a:cxnSpLocks/>
            <a:stCxn id="53" idx="3"/>
            <a:endCxn id="68" idx="1"/>
          </p:cNvCxnSpPr>
          <p:nvPr/>
        </p:nvCxnSpPr>
        <p:spPr>
          <a:xfrm>
            <a:off x="6556192" y="2383827"/>
            <a:ext cx="2389400" cy="8114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208">
            <a:extLst>
              <a:ext uri="{FF2B5EF4-FFF2-40B4-BE49-F238E27FC236}">
                <a16:creationId xmlns:a16="http://schemas.microsoft.com/office/drawing/2014/main" id="{C4D668AC-34A8-DB9A-4EC1-7700E8B7D669}"/>
              </a:ext>
            </a:extLst>
          </p:cNvPr>
          <p:cNvSpPr/>
          <p:nvPr/>
        </p:nvSpPr>
        <p:spPr>
          <a:xfrm>
            <a:off x="5228760" y="2125415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en-US" sz="12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1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67" name="Rectangle: Rounded Corners 208">
            <a:extLst>
              <a:ext uri="{FF2B5EF4-FFF2-40B4-BE49-F238E27FC236}">
                <a16:creationId xmlns:a16="http://schemas.microsoft.com/office/drawing/2014/main" id="{2BCC20BC-FC8E-2689-AD84-49292F4E6CE4}"/>
              </a:ext>
            </a:extLst>
          </p:cNvPr>
          <p:cNvSpPr/>
          <p:nvPr/>
        </p:nvSpPr>
        <p:spPr>
          <a:xfrm>
            <a:off x="8945592" y="1562348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1</a:t>
            </a:r>
          </a:p>
        </p:txBody>
      </p:sp>
      <p:sp>
        <p:nvSpPr>
          <p:cNvPr id="68" name="Rectangle: Rounded Corners 208">
            <a:extLst>
              <a:ext uri="{FF2B5EF4-FFF2-40B4-BE49-F238E27FC236}">
                <a16:creationId xmlns:a16="http://schemas.microsoft.com/office/drawing/2014/main" id="{0F7B3ADE-083D-68E5-9D33-3AFF18705EF7}"/>
              </a:ext>
            </a:extLst>
          </p:cNvPr>
          <p:cNvSpPr/>
          <p:nvPr/>
        </p:nvSpPr>
        <p:spPr>
          <a:xfrm>
            <a:off x="8945592" y="2936835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2</a:t>
            </a:r>
          </a:p>
        </p:txBody>
      </p:sp>
      <p:pic>
        <p:nvPicPr>
          <p:cNvPr id="72" name="Graphic 71" descr="Truck">
            <a:extLst>
              <a:ext uri="{FF2B5EF4-FFF2-40B4-BE49-F238E27FC236}">
                <a16:creationId xmlns:a16="http://schemas.microsoft.com/office/drawing/2014/main" id="{25AEF631-A755-DD4F-71BD-C8F3023FC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16903" y="1455706"/>
            <a:ext cx="1147113" cy="1147113"/>
          </a:xfrm>
          <a:prstGeom prst="rect">
            <a:avLst/>
          </a:prstGeom>
        </p:spPr>
      </p:pic>
      <p:pic>
        <p:nvPicPr>
          <p:cNvPr id="73" name="Graphic 72" descr="Truck">
            <a:extLst>
              <a:ext uri="{FF2B5EF4-FFF2-40B4-BE49-F238E27FC236}">
                <a16:creationId xmlns:a16="http://schemas.microsoft.com/office/drawing/2014/main" id="{50922612-3E50-C2B0-DBF4-0392D4C08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8493" y="1402915"/>
            <a:ext cx="519935" cy="519935"/>
          </a:xfrm>
          <a:prstGeom prst="rect">
            <a:avLst/>
          </a:prstGeom>
        </p:spPr>
      </p:pic>
      <p:pic>
        <p:nvPicPr>
          <p:cNvPr id="74" name="Graphic 73" descr="Truck">
            <a:extLst>
              <a:ext uri="{FF2B5EF4-FFF2-40B4-BE49-F238E27FC236}">
                <a16:creationId xmlns:a16="http://schemas.microsoft.com/office/drawing/2014/main" id="{D20CC1CA-C4E4-DB8E-D43B-8D3D12936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486" y="2778952"/>
            <a:ext cx="519935" cy="519935"/>
          </a:xfrm>
          <a:prstGeom prst="rect">
            <a:avLst/>
          </a:prstGeom>
        </p:spPr>
      </p:pic>
      <p:sp>
        <p:nvSpPr>
          <p:cNvPr id="75" name="Rectangle: Rounded Corners 208">
            <a:extLst>
              <a:ext uri="{FF2B5EF4-FFF2-40B4-BE49-F238E27FC236}">
                <a16:creationId xmlns:a16="http://schemas.microsoft.com/office/drawing/2014/main" id="{9A723E6D-F232-C110-3410-A3DE695B0A0A}"/>
              </a:ext>
            </a:extLst>
          </p:cNvPr>
          <p:cNvSpPr/>
          <p:nvPr/>
        </p:nvSpPr>
        <p:spPr>
          <a:xfrm>
            <a:off x="669521" y="2124800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5406A64-E5B5-1DE8-E01C-1F8AF9DB31A8}"/>
              </a:ext>
            </a:extLst>
          </p:cNvPr>
          <p:cNvCxnSpPr>
            <a:cxnSpLocks/>
            <a:stCxn id="75" idx="3"/>
            <a:endCxn id="53" idx="1"/>
          </p:cNvCxnSpPr>
          <p:nvPr/>
        </p:nvCxnSpPr>
        <p:spPr>
          <a:xfrm>
            <a:off x="1996953" y="2383212"/>
            <a:ext cx="3231807" cy="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3403E0D-54A6-797F-1ED5-2F5F86DF0E62}"/>
              </a:ext>
            </a:extLst>
          </p:cNvPr>
          <p:cNvSpPr txBox="1"/>
          <p:nvPr/>
        </p:nvSpPr>
        <p:spPr>
          <a:xfrm>
            <a:off x="8395593" y="1488111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C0D01B8-E478-EC3A-4AC8-AB68CB5F4D71}"/>
              </a:ext>
            </a:extLst>
          </p:cNvPr>
          <p:cNvSpPr txBox="1"/>
          <p:nvPr/>
        </p:nvSpPr>
        <p:spPr>
          <a:xfrm>
            <a:off x="8395739" y="2869882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prstClr val="white"/>
                </a:solidFill>
                <a:latin typeface="ThaiBev Sans New"/>
                <a:cs typeface="ThaiBev Sans New"/>
              </a:rPr>
              <a:t>4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0012D51-0CF4-826D-0BC2-13612CC4CC23}"/>
              </a:ext>
            </a:extLst>
          </p:cNvPr>
          <p:cNvSpPr txBox="1"/>
          <p:nvPr/>
        </p:nvSpPr>
        <p:spPr>
          <a:xfrm>
            <a:off x="5145476" y="1887802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Cross Dock location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F52EF3-0C31-61B5-3268-D33B1BBA2E47}"/>
              </a:ext>
            </a:extLst>
          </p:cNvPr>
          <p:cNvSpPr txBox="1"/>
          <p:nvPr/>
        </p:nvSpPr>
        <p:spPr>
          <a:xfrm>
            <a:off x="7805549" y="1137784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5FF515-F772-B509-59EC-913FCBF45BD0}"/>
              </a:ext>
            </a:extLst>
          </p:cNvPr>
          <p:cNvSpPr txBox="1"/>
          <p:nvPr/>
        </p:nvSpPr>
        <p:spPr>
          <a:xfrm>
            <a:off x="3609681" y="1468784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CIO#1</a:t>
            </a:r>
          </a:p>
        </p:txBody>
      </p:sp>
      <p:pic>
        <p:nvPicPr>
          <p:cNvPr id="3" name="Graphic 2" descr="Truck">
            <a:extLst>
              <a:ext uri="{FF2B5EF4-FFF2-40B4-BE49-F238E27FC236}">
                <a16:creationId xmlns:a16="http://schemas.microsoft.com/office/drawing/2014/main" id="{C0D66887-BEFE-F4E3-C693-E37110B89C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2980" y="1450043"/>
            <a:ext cx="1147113" cy="11471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94FE06-D6DB-B264-0378-1C7CE0C5762F}"/>
              </a:ext>
            </a:extLst>
          </p:cNvPr>
          <p:cNvSpPr txBox="1"/>
          <p:nvPr/>
        </p:nvSpPr>
        <p:spPr>
          <a:xfrm>
            <a:off x="3044999" y="1722994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prstClr val="white"/>
                </a:solidFill>
                <a:latin typeface="ThaiBev Sans New"/>
                <a:cs typeface="ThaiBev Sans New"/>
              </a:rPr>
              <a:t>2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222F1-F4E2-6157-B69E-2ABB4BA09BFA}"/>
              </a:ext>
            </a:extLst>
          </p:cNvPr>
          <p:cNvSpPr txBox="1"/>
          <p:nvPr/>
        </p:nvSpPr>
        <p:spPr>
          <a:xfrm>
            <a:off x="2503659" y="1482966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CIO#2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9E9C7-3576-6725-1D68-BE81DEE7BCC9}"/>
              </a:ext>
            </a:extLst>
          </p:cNvPr>
          <p:cNvSpPr txBox="1"/>
          <p:nvPr/>
        </p:nvSpPr>
        <p:spPr>
          <a:xfrm>
            <a:off x="678486" y="3286850"/>
            <a:ext cx="2354251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Shipment#2 = </a:t>
            </a:r>
            <a:r>
              <a:rPr lang="en-US" sz="1200">
                <a:solidFill>
                  <a:srgbClr val="007A3E"/>
                </a:solidFill>
                <a:latin typeface="ThaiBev Sans New"/>
                <a:cs typeface="ThaiBev Sans New"/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Hub 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A07061F-F27A-6168-9D0B-0B9AE50370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n CIO : n COO (Pick from single warehouse)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41F318-9F10-98A9-4E14-CFA566BD3AF7}"/>
              </a:ext>
            </a:extLst>
          </p:cNvPr>
          <p:cNvSpPr txBox="1"/>
          <p:nvPr/>
        </p:nvSpPr>
        <p:spPr>
          <a:xfrm>
            <a:off x="4243198" y="1720222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6CCF4-8869-7E37-81F6-880A7A214C16}"/>
              </a:ext>
            </a:extLst>
          </p:cNvPr>
          <p:cNvSpPr txBox="1"/>
          <p:nvPr/>
        </p:nvSpPr>
        <p:spPr>
          <a:xfrm>
            <a:off x="7772939" y="1262667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</a:t>
            </a:r>
            <a:r>
              <a:rPr lang="en-US" sz="1000" b="1" u="sng">
                <a:solidFill>
                  <a:prstClr val="black"/>
                </a:solidFill>
                <a:latin typeface="ThaiBev Sans New"/>
                <a:cs typeface="ThaiBev Sans New"/>
              </a:rPr>
              <a:t>3</a:t>
            </a:r>
            <a:endParaRPr kumimoji="0" lang="en-US" sz="10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3D560-54D0-903E-6730-6F9B8366B578}"/>
              </a:ext>
            </a:extLst>
          </p:cNvPr>
          <p:cNvSpPr txBox="1"/>
          <p:nvPr/>
        </p:nvSpPr>
        <p:spPr>
          <a:xfrm>
            <a:off x="7790981" y="2643016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87695-C887-FD40-31A0-B59BFDF80D3F}"/>
              </a:ext>
            </a:extLst>
          </p:cNvPr>
          <p:cNvSpPr txBox="1"/>
          <p:nvPr/>
        </p:nvSpPr>
        <p:spPr>
          <a:xfrm>
            <a:off x="8954209" y="4805466"/>
            <a:ext cx="2286925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Shipment#5 = </a:t>
            </a:r>
            <a:r>
              <a:rPr lang="en-US">
                <a:solidFill>
                  <a:srgbClr val="FF0000"/>
                </a:solidFill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#5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Agent3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POD#5</a:t>
            </a:r>
          </a:p>
        </p:txBody>
      </p:sp>
      <p:sp>
        <p:nvSpPr>
          <p:cNvPr id="12" name="Rectangle: Rounded Corners 208">
            <a:extLst>
              <a:ext uri="{FF2B5EF4-FFF2-40B4-BE49-F238E27FC236}">
                <a16:creationId xmlns:a16="http://schemas.microsoft.com/office/drawing/2014/main" id="{E2463D63-F5A1-1543-7973-93500D21F059}"/>
              </a:ext>
            </a:extLst>
          </p:cNvPr>
          <p:cNvSpPr/>
          <p:nvPr/>
        </p:nvSpPr>
        <p:spPr>
          <a:xfrm>
            <a:off x="8954210" y="4282359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3</a:t>
            </a:r>
          </a:p>
        </p:txBody>
      </p:sp>
      <p:pic>
        <p:nvPicPr>
          <p:cNvPr id="13" name="Graphic 12" descr="Truck">
            <a:extLst>
              <a:ext uri="{FF2B5EF4-FFF2-40B4-BE49-F238E27FC236}">
                <a16:creationId xmlns:a16="http://schemas.microsoft.com/office/drawing/2014/main" id="{ADEF2AB9-2BF1-EC95-BFA0-8583AA2AB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7104" y="4124476"/>
            <a:ext cx="519935" cy="5199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4412B2-5FB5-A3E1-402A-9F27D2EAD23D}"/>
              </a:ext>
            </a:extLst>
          </p:cNvPr>
          <p:cNvSpPr txBox="1"/>
          <p:nvPr/>
        </p:nvSpPr>
        <p:spPr>
          <a:xfrm>
            <a:off x="8404357" y="4215406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DC9008-F616-6421-FE8C-93B42A8E8FB0}"/>
              </a:ext>
            </a:extLst>
          </p:cNvPr>
          <p:cNvSpPr txBox="1"/>
          <p:nvPr/>
        </p:nvSpPr>
        <p:spPr>
          <a:xfrm>
            <a:off x="7799599" y="3988540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COO#5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2F0BAF9-0917-ED82-54F8-707B57AA2050}"/>
              </a:ext>
            </a:extLst>
          </p:cNvPr>
          <p:cNvCxnSpPr>
            <a:cxnSpLocks/>
            <a:stCxn id="53" idx="3"/>
            <a:endCxn id="12" idx="1"/>
          </p:cNvCxnSpPr>
          <p:nvPr/>
        </p:nvCxnSpPr>
        <p:spPr>
          <a:xfrm>
            <a:off x="6556192" y="2383827"/>
            <a:ext cx="2398018" cy="21569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013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5A65-DC6B-237C-0AB2-520FE28C6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22791FB-6E4D-7DA1-DC37-C7DF2B0307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n CIO : n COO (Pick from single warehouse)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E7D91-41C0-0F1A-A298-762C1F4693EC}"/>
              </a:ext>
            </a:extLst>
          </p:cNvPr>
          <p:cNvSpPr txBox="1"/>
          <p:nvPr/>
        </p:nvSpPr>
        <p:spPr>
          <a:xfrm>
            <a:off x="197222" y="4360619"/>
            <a:ext cx="2388061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rPr>
              <a:t>Shipment </a:t>
            </a:r>
            <a:r>
              <a:rPr lang="en-US" sz="1100" b="1" u="sng">
                <a:solidFill>
                  <a:srgbClr val="FF0000"/>
                </a:solidFill>
                <a:ea typeface="+mn-lt"/>
                <a:cs typeface="+mn-lt"/>
              </a:rPr>
              <a:t>route plan Outbound</a:t>
            </a:r>
            <a:endParaRPr lang="en-US">
              <a:ea typeface="+mn-e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F0B36B-D61B-D4BB-76DE-0067025191D0}"/>
              </a:ext>
            </a:extLst>
          </p:cNvPr>
          <p:cNvGraphicFramePr>
            <a:graphicFrameLocks noGrp="1"/>
          </p:cNvGraphicFramePr>
          <p:nvPr/>
        </p:nvGraphicFramePr>
        <p:xfrm>
          <a:off x="197222" y="909194"/>
          <a:ext cx="11786309" cy="1404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52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736729650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925257605"/>
                    </a:ext>
                  </a:extLst>
                </a:gridCol>
                <a:gridCol w="2071112">
                  <a:extLst>
                    <a:ext uri="{9D8B030D-6E8A-4147-A177-3AD203B41FA5}">
                      <a16:colId xmlns:a16="http://schemas.microsoft.com/office/drawing/2014/main" val="3293261894"/>
                    </a:ext>
                  </a:extLst>
                </a:gridCol>
                <a:gridCol w="1980150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1957649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</a:tblGrid>
              <a:tr h="398266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ต้นทาง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ปลายทาง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42876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176058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0548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426B39-4872-EC72-A8C8-A2DABD47CF9D}"/>
              </a:ext>
            </a:extLst>
          </p:cNvPr>
          <p:cNvSpPr txBox="1"/>
          <p:nvPr/>
        </p:nvSpPr>
        <p:spPr>
          <a:xfrm>
            <a:off x="197222" y="647584"/>
            <a:ext cx="155298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Transportation Order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1A464C-EC2A-EC16-1EF3-93E83B5BF7B9}"/>
              </a:ext>
            </a:extLst>
          </p:cNvPr>
          <p:cNvSpPr txBox="1"/>
          <p:nvPr/>
        </p:nvSpPr>
        <p:spPr>
          <a:xfrm>
            <a:off x="197222" y="2404371"/>
            <a:ext cx="2131867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Shipment route plan Inbound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84170AB-D326-8826-C1AE-01F481E61A4A}"/>
              </a:ext>
            </a:extLst>
          </p:cNvPr>
          <p:cNvGraphicFramePr>
            <a:graphicFrameLocks noGrp="1"/>
          </p:cNvGraphicFramePr>
          <p:nvPr/>
        </p:nvGraphicFramePr>
        <p:xfrm>
          <a:off x="197222" y="2709819"/>
          <a:ext cx="11786309" cy="151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263813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05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05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039039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05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62179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666895A-6765-F50D-E222-33201F9812E9}"/>
              </a:ext>
            </a:extLst>
          </p:cNvPr>
          <p:cNvGraphicFramePr>
            <a:graphicFrameLocks noGrp="1"/>
          </p:cNvGraphicFramePr>
          <p:nvPr/>
        </p:nvGraphicFramePr>
        <p:xfrm>
          <a:off x="208469" y="4618193"/>
          <a:ext cx="11786309" cy="2086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173785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sz="105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Agent1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Agent2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aiBev Sans New"/>
                          <a:ea typeface="+mn-ea"/>
                          <a:cs typeface="ThaiBev Sans New"/>
                        </a:rPr>
                        <a:t>Agent2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039039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aiBev Sans New"/>
                          <a:ea typeface="+mn-ea"/>
                          <a:cs typeface="ThaiBev Sans New"/>
                        </a:rPr>
                        <a:t>Agent3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621798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aiBev Sans New"/>
                          <a:ea typeface="+mn-ea"/>
                          <a:cs typeface="ThaiBev Sans New"/>
                        </a:rPr>
                        <a:t>Agent3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565374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aiBev Sans New"/>
                          <a:ea typeface="+mn-ea"/>
                          <a:cs typeface="ThaiBev Sans New"/>
                        </a:rPr>
                        <a:t>Agent3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7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010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91506-E00E-E233-0CB8-FEAEC1C6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>
            <a:extLst>
              <a:ext uri="{FF2B5EF4-FFF2-40B4-BE49-F238E27FC236}">
                <a16:creationId xmlns:a16="http://schemas.microsoft.com/office/drawing/2014/main" id="{C0628F36-5501-D81A-44A3-1FC27ABC1282}"/>
              </a:ext>
            </a:extLst>
          </p:cNvPr>
          <p:cNvSpPr/>
          <p:nvPr/>
        </p:nvSpPr>
        <p:spPr>
          <a:xfrm>
            <a:off x="489009" y="1226806"/>
            <a:ext cx="11384839" cy="429545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A54154-3AF3-CBB3-3B26-4803EA49541B}"/>
              </a:ext>
            </a:extLst>
          </p:cNvPr>
          <p:cNvSpPr txBox="1"/>
          <p:nvPr/>
        </p:nvSpPr>
        <p:spPr>
          <a:xfrm>
            <a:off x="674133" y="2638678"/>
            <a:ext cx="2363431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Shipment#1 = </a:t>
            </a:r>
            <a:r>
              <a:rPr lang="en-US" sz="1200">
                <a:solidFill>
                  <a:srgbClr val="007A3E"/>
                </a:solidFill>
                <a:latin typeface="ThaiBev Sans New"/>
                <a:cs typeface="ThaiBev Sans New"/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Hub 1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7A3E"/>
              </a:solidFill>
              <a:effectLst/>
              <a:uLnTx/>
              <a:uFillTx/>
              <a:latin typeface="ThaiBev Sans New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POD#1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7A3E"/>
              </a:solidFill>
              <a:effectLst/>
              <a:uLnTx/>
              <a:uFillTx/>
              <a:latin typeface="ThaiBev Sans New"/>
              <a:cs typeface="ThaiBev Sans New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CA1613-C11F-E7B7-0182-1238BDA1A157}"/>
              </a:ext>
            </a:extLst>
          </p:cNvPr>
          <p:cNvSpPr txBox="1"/>
          <p:nvPr/>
        </p:nvSpPr>
        <p:spPr>
          <a:xfrm>
            <a:off x="8954772" y="2072063"/>
            <a:ext cx="2543986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Shipment#3 = </a:t>
            </a:r>
            <a:r>
              <a:rPr lang="en-US">
                <a:solidFill>
                  <a:srgbClr val="FF0000"/>
                </a:solidFill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</a:t>
            </a:r>
            <a:r>
              <a:rPr lang="en-US">
                <a:solidFill>
                  <a:srgbClr val="FF0000"/>
                </a:solidFill>
              </a:rPr>
              <a:t>3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FAB635-CD8F-BA8A-A680-97F1CE219EC0}"/>
              </a:ext>
            </a:extLst>
          </p:cNvPr>
          <p:cNvSpPr txBox="1"/>
          <p:nvPr/>
        </p:nvSpPr>
        <p:spPr>
          <a:xfrm>
            <a:off x="8954771" y="3450762"/>
            <a:ext cx="2543986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Shipment#4 = </a:t>
            </a:r>
            <a:r>
              <a:rPr lang="en-US">
                <a:solidFill>
                  <a:srgbClr val="FF0000"/>
                </a:solidFill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#4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POD#4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B0B101A-DFB4-4F9B-564D-65650450A8C6}"/>
              </a:ext>
            </a:extLst>
          </p:cNvPr>
          <p:cNvCxnSpPr>
            <a:cxnSpLocks/>
            <a:stCxn id="53" idx="3"/>
            <a:endCxn id="67" idx="1"/>
          </p:cNvCxnSpPr>
          <p:nvPr/>
        </p:nvCxnSpPr>
        <p:spPr>
          <a:xfrm flipV="1">
            <a:off x="6556192" y="1820760"/>
            <a:ext cx="2389400" cy="5630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C42B1EF-4A48-C7BC-3681-78A925983EE4}"/>
              </a:ext>
            </a:extLst>
          </p:cNvPr>
          <p:cNvCxnSpPr>
            <a:cxnSpLocks/>
            <a:stCxn id="53" idx="3"/>
            <a:endCxn id="68" idx="1"/>
          </p:cNvCxnSpPr>
          <p:nvPr/>
        </p:nvCxnSpPr>
        <p:spPr>
          <a:xfrm>
            <a:off x="6556192" y="2383827"/>
            <a:ext cx="2389400" cy="8114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208">
            <a:extLst>
              <a:ext uri="{FF2B5EF4-FFF2-40B4-BE49-F238E27FC236}">
                <a16:creationId xmlns:a16="http://schemas.microsoft.com/office/drawing/2014/main" id="{77925E5A-A392-AB60-8EF4-0034F0127050}"/>
              </a:ext>
            </a:extLst>
          </p:cNvPr>
          <p:cNvSpPr/>
          <p:nvPr/>
        </p:nvSpPr>
        <p:spPr>
          <a:xfrm>
            <a:off x="5228760" y="2125415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en-US" sz="12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1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67" name="Rectangle: Rounded Corners 208">
            <a:extLst>
              <a:ext uri="{FF2B5EF4-FFF2-40B4-BE49-F238E27FC236}">
                <a16:creationId xmlns:a16="http://schemas.microsoft.com/office/drawing/2014/main" id="{E801B7BF-8810-0277-5076-F83B38E76B2B}"/>
              </a:ext>
            </a:extLst>
          </p:cNvPr>
          <p:cNvSpPr/>
          <p:nvPr/>
        </p:nvSpPr>
        <p:spPr>
          <a:xfrm>
            <a:off x="8945592" y="1562348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1</a:t>
            </a:r>
          </a:p>
        </p:txBody>
      </p:sp>
      <p:sp>
        <p:nvSpPr>
          <p:cNvPr id="68" name="Rectangle: Rounded Corners 208">
            <a:extLst>
              <a:ext uri="{FF2B5EF4-FFF2-40B4-BE49-F238E27FC236}">
                <a16:creationId xmlns:a16="http://schemas.microsoft.com/office/drawing/2014/main" id="{F7862D69-9D19-15BA-3806-9104039D3F8F}"/>
              </a:ext>
            </a:extLst>
          </p:cNvPr>
          <p:cNvSpPr/>
          <p:nvPr/>
        </p:nvSpPr>
        <p:spPr>
          <a:xfrm>
            <a:off x="8945592" y="2936835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2</a:t>
            </a:r>
          </a:p>
        </p:txBody>
      </p:sp>
      <p:pic>
        <p:nvPicPr>
          <p:cNvPr id="72" name="Graphic 71" descr="Truck">
            <a:extLst>
              <a:ext uri="{FF2B5EF4-FFF2-40B4-BE49-F238E27FC236}">
                <a16:creationId xmlns:a16="http://schemas.microsoft.com/office/drawing/2014/main" id="{06B5974E-EB3A-1247-AB48-38AE320E8F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16903" y="1455706"/>
            <a:ext cx="1147113" cy="1147113"/>
          </a:xfrm>
          <a:prstGeom prst="rect">
            <a:avLst/>
          </a:prstGeom>
        </p:spPr>
      </p:pic>
      <p:pic>
        <p:nvPicPr>
          <p:cNvPr id="73" name="Graphic 72" descr="Truck">
            <a:extLst>
              <a:ext uri="{FF2B5EF4-FFF2-40B4-BE49-F238E27FC236}">
                <a16:creationId xmlns:a16="http://schemas.microsoft.com/office/drawing/2014/main" id="{D67303BE-E567-D818-F90D-E96EA9FFE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8493" y="1402915"/>
            <a:ext cx="519935" cy="519935"/>
          </a:xfrm>
          <a:prstGeom prst="rect">
            <a:avLst/>
          </a:prstGeom>
        </p:spPr>
      </p:pic>
      <p:pic>
        <p:nvPicPr>
          <p:cNvPr id="74" name="Graphic 73" descr="Truck">
            <a:extLst>
              <a:ext uri="{FF2B5EF4-FFF2-40B4-BE49-F238E27FC236}">
                <a16:creationId xmlns:a16="http://schemas.microsoft.com/office/drawing/2014/main" id="{F5A3407C-1A68-5C76-3D29-58F9FE85A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486" y="2778952"/>
            <a:ext cx="519935" cy="519935"/>
          </a:xfrm>
          <a:prstGeom prst="rect">
            <a:avLst/>
          </a:prstGeom>
        </p:spPr>
      </p:pic>
      <p:sp>
        <p:nvSpPr>
          <p:cNvPr id="75" name="Rectangle: Rounded Corners 208">
            <a:extLst>
              <a:ext uri="{FF2B5EF4-FFF2-40B4-BE49-F238E27FC236}">
                <a16:creationId xmlns:a16="http://schemas.microsoft.com/office/drawing/2014/main" id="{536DC1EE-C818-D66A-FB48-B440855C6D99}"/>
              </a:ext>
            </a:extLst>
          </p:cNvPr>
          <p:cNvSpPr/>
          <p:nvPr/>
        </p:nvSpPr>
        <p:spPr>
          <a:xfrm>
            <a:off x="669521" y="2124800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E7C8BCA-401F-419F-4BA6-4889E5A4CEC7}"/>
              </a:ext>
            </a:extLst>
          </p:cNvPr>
          <p:cNvCxnSpPr>
            <a:cxnSpLocks/>
            <a:stCxn id="75" idx="3"/>
            <a:endCxn id="53" idx="1"/>
          </p:cNvCxnSpPr>
          <p:nvPr/>
        </p:nvCxnSpPr>
        <p:spPr>
          <a:xfrm>
            <a:off x="1996953" y="2383212"/>
            <a:ext cx="3231807" cy="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504BCDA-965B-FB0E-19CE-3A44FF594297}"/>
              </a:ext>
            </a:extLst>
          </p:cNvPr>
          <p:cNvSpPr txBox="1"/>
          <p:nvPr/>
        </p:nvSpPr>
        <p:spPr>
          <a:xfrm>
            <a:off x="8395593" y="1488111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8D49422-1B70-EDAA-1F15-6F230A5E1A66}"/>
              </a:ext>
            </a:extLst>
          </p:cNvPr>
          <p:cNvSpPr txBox="1"/>
          <p:nvPr/>
        </p:nvSpPr>
        <p:spPr>
          <a:xfrm>
            <a:off x="8395739" y="2869882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prstClr val="white"/>
                </a:solidFill>
                <a:latin typeface="ThaiBev Sans New"/>
                <a:cs typeface="ThaiBev Sans New"/>
              </a:rPr>
              <a:t>4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DFD586A-7522-D474-B3DF-FC1A580A7574}"/>
              </a:ext>
            </a:extLst>
          </p:cNvPr>
          <p:cNvSpPr txBox="1"/>
          <p:nvPr/>
        </p:nvSpPr>
        <p:spPr>
          <a:xfrm>
            <a:off x="5145476" y="1887802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Cross Dock location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AC2EAB-078F-5F8D-74A0-9E73537E95F6}"/>
              </a:ext>
            </a:extLst>
          </p:cNvPr>
          <p:cNvSpPr txBox="1"/>
          <p:nvPr/>
        </p:nvSpPr>
        <p:spPr>
          <a:xfrm>
            <a:off x="3609681" y="1468784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CIO#1</a:t>
            </a:r>
          </a:p>
        </p:txBody>
      </p:sp>
      <p:pic>
        <p:nvPicPr>
          <p:cNvPr id="3" name="Graphic 2" descr="Truck">
            <a:extLst>
              <a:ext uri="{FF2B5EF4-FFF2-40B4-BE49-F238E27FC236}">
                <a16:creationId xmlns:a16="http://schemas.microsoft.com/office/drawing/2014/main" id="{906B7A77-08F9-42C4-013D-E86770DB07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50921" y="3488564"/>
            <a:ext cx="1147113" cy="11471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ADBBA5-DC7E-60C1-226B-E729734BCF28}"/>
              </a:ext>
            </a:extLst>
          </p:cNvPr>
          <p:cNvSpPr txBox="1"/>
          <p:nvPr/>
        </p:nvSpPr>
        <p:spPr>
          <a:xfrm>
            <a:off x="3972940" y="3761515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prstClr val="white"/>
                </a:solidFill>
                <a:latin typeface="ThaiBev Sans New"/>
                <a:cs typeface="ThaiBev Sans New"/>
              </a:rPr>
              <a:t>2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CA6E8-235B-572D-FBCE-6E8964B6CA52}"/>
              </a:ext>
            </a:extLst>
          </p:cNvPr>
          <p:cNvSpPr txBox="1"/>
          <p:nvPr/>
        </p:nvSpPr>
        <p:spPr>
          <a:xfrm>
            <a:off x="3431600" y="3521487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CIO#2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C69935-1D37-8AEE-522C-ECF9045A0B92}"/>
              </a:ext>
            </a:extLst>
          </p:cNvPr>
          <p:cNvSpPr txBox="1"/>
          <p:nvPr/>
        </p:nvSpPr>
        <p:spPr>
          <a:xfrm>
            <a:off x="674132" y="4689368"/>
            <a:ext cx="2360370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Shipment#2 = </a:t>
            </a:r>
            <a:r>
              <a:rPr lang="en-US" sz="1200">
                <a:solidFill>
                  <a:srgbClr val="007A3E"/>
                </a:solidFill>
                <a:latin typeface="ThaiBev Sans New"/>
                <a:cs typeface="ThaiBev Sans New"/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Bookkalo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Hub 1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7A3E"/>
              </a:solidFill>
              <a:effectLst/>
              <a:uLnTx/>
              <a:uFillTx/>
              <a:latin typeface="ThaiBev Sans New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POD#2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7A3E"/>
              </a:solidFill>
              <a:effectLst/>
              <a:uLnTx/>
              <a:uFillTx/>
              <a:latin typeface="ThaiBev Sans New"/>
              <a:cs typeface="ThaiBev Sans New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BC0CB4E-6D1E-4C84-0B19-BE991740E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n CIO : n COO (Pick from multi warehouse)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41D77-7882-7E3E-3877-77E487B8638C}"/>
              </a:ext>
            </a:extLst>
          </p:cNvPr>
          <p:cNvSpPr txBox="1"/>
          <p:nvPr/>
        </p:nvSpPr>
        <p:spPr>
          <a:xfrm>
            <a:off x="4243198" y="1720222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D8014-2A45-9526-0445-A5590DEFE21B}"/>
              </a:ext>
            </a:extLst>
          </p:cNvPr>
          <p:cNvSpPr txBox="1"/>
          <p:nvPr/>
        </p:nvSpPr>
        <p:spPr>
          <a:xfrm>
            <a:off x="7772939" y="1262667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</a:t>
            </a:r>
            <a:r>
              <a:rPr lang="en-US" sz="1000" b="1" u="sng">
                <a:solidFill>
                  <a:prstClr val="black"/>
                </a:solidFill>
                <a:latin typeface="ThaiBev Sans New"/>
                <a:cs typeface="ThaiBev Sans New"/>
              </a:rPr>
              <a:t>3</a:t>
            </a:r>
            <a:endParaRPr kumimoji="0" lang="en-US" sz="10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7F573-6A4C-F5A9-9513-C62FE85AFEE2}"/>
              </a:ext>
            </a:extLst>
          </p:cNvPr>
          <p:cNvSpPr txBox="1"/>
          <p:nvPr/>
        </p:nvSpPr>
        <p:spPr>
          <a:xfrm>
            <a:off x="7790981" y="2643016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176CE-18D8-2F7B-AB12-FC97F61461CA}"/>
              </a:ext>
            </a:extLst>
          </p:cNvPr>
          <p:cNvSpPr txBox="1"/>
          <p:nvPr/>
        </p:nvSpPr>
        <p:spPr>
          <a:xfrm>
            <a:off x="8945029" y="4796286"/>
            <a:ext cx="2556226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Shipment#5 = </a:t>
            </a:r>
            <a:r>
              <a:rPr lang="en-US">
                <a:solidFill>
                  <a:srgbClr val="FF0000"/>
                </a:solidFill>
              </a:rPr>
              <a:t>Shipment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#5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Agent3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POD#5</a:t>
            </a:r>
          </a:p>
        </p:txBody>
      </p:sp>
      <p:sp>
        <p:nvSpPr>
          <p:cNvPr id="12" name="Rectangle: Rounded Corners 208">
            <a:extLst>
              <a:ext uri="{FF2B5EF4-FFF2-40B4-BE49-F238E27FC236}">
                <a16:creationId xmlns:a16="http://schemas.microsoft.com/office/drawing/2014/main" id="{22B0E0A2-264F-1833-4AC6-C1744689FDBE}"/>
              </a:ext>
            </a:extLst>
          </p:cNvPr>
          <p:cNvSpPr/>
          <p:nvPr/>
        </p:nvSpPr>
        <p:spPr>
          <a:xfrm>
            <a:off x="8954210" y="4282359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3</a:t>
            </a:r>
          </a:p>
        </p:txBody>
      </p:sp>
      <p:pic>
        <p:nvPicPr>
          <p:cNvPr id="13" name="Graphic 12" descr="Truck">
            <a:extLst>
              <a:ext uri="{FF2B5EF4-FFF2-40B4-BE49-F238E27FC236}">
                <a16:creationId xmlns:a16="http://schemas.microsoft.com/office/drawing/2014/main" id="{944C63F0-ED02-827E-50EB-7DC24DC3F1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7104" y="4124476"/>
            <a:ext cx="519935" cy="5199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1D08BD-0B0A-644E-02CB-B7B2BAA16A02}"/>
              </a:ext>
            </a:extLst>
          </p:cNvPr>
          <p:cNvSpPr txBox="1"/>
          <p:nvPr/>
        </p:nvSpPr>
        <p:spPr>
          <a:xfrm>
            <a:off x="8404357" y="4215406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C0E172-DD0E-8F4D-47D0-2A27B8E29D62}"/>
              </a:ext>
            </a:extLst>
          </p:cNvPr>
          <p:cNvSpPr txBox="1"/>
          <p:nvPr/>
        </p:nvSpPr>
        <p:spPr>
          <a:xfrm>
            <a:off x="7799599" y="3988540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COO#5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CD7D46C-DA9F-79BF-8C30-7E527B0A10B7}"/>
              </a:ext>
            </a:extLst>
          </p:cNvPr>
          <p:cNvCxnSpPr>
            <a:cxnSpLocks/>
            <a:stCxn id="53" idx="3"/>
            <a:endCxn id="12" idx="1"/>
          </p:cNvCxnSpPr>
          <p:nvPr/>
        </p:nvCxnSpPr>
        <p:spPr>
          <a:xfrm>
            <a:off x="6556192" y="2383827"/>
            <a:ext cx="2398018" cy="21569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208">
            <a:extLst>
              <a:ext uri="{FF2B5EF4-FFF2-40B4-BE49-F238E27FC236}">
                <a16:creationId xmlns:a16="http://schemas.microsoft.com/office/drawing/2014/main" id="{9BBA05AA-D766-9425-A124-AA8BB5396EC7}"/>
              </a:ext>
            </a:extLst>
          </p:cNvPr>
          <p:cNvSpPr/>
          <p:nvPr/>
        </p:nvSpPr>
        <p:spPr>
          <a:xfrm>
            <a:off x="669521" y="4163365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Bookkalo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AB4B318-D1A0-BFD1-1393-6A1CEC7BFD59}"/>
              </a:ext>
            </a:extLst>
          </p:cNvPr>
          <p:cNvCxnSpPr>
            <a:cxnSpLocks/>
            <a:stCxn id="2" idx="3"/>
            <a:endCxn id="53" idx="1"/>
          </p:cNvCxnSpPr>
          <p:nvPr/>
        </p:nvCxnSpPr>
        <p:spPr>
          <a:xfrm flipV="1">
            <a:off x="1996953" y="2383827"/>
            <a:ext cx="3231807" cy="2037950"/>
          </a:xfrm>
          <a:prstGeom prst="bentConnector3">
            <a:avLst>
              <a:gd name="adj1" fmla="val 9055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81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6B02-1F9F-00FA-8905-2A1CC0BF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94FF57E-E4D4-103E-4D48-47F6ABC5D9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n CIO : n COO (Pick from multi warehouse)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F51DC-FB9B-42D0-4EFE-AFB20810B446}"/>
              </a:ext>
            </a:extLst>
          </p:cNvPr>
          <p:cNvSpPr txBox="1"/>
          <p:nvPr/>
        </p:nvSpPr>
        <p:spPr>
          <a:xfrm>
            <a:off x="197222" y="4360619"/>
            <a:ext cx="2388061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rPr>
              <a:t>Shipment </a:t>
            </a:r>
            <a:r>
              <a:rPr lang="en-US" sz="1100" b="1" u="sng">
                <a:solidFill>
                  <a:srgbClr val="FF0000"/>
                </a:solidFill>
                <a:ea typeface="+mn-lt"/>
                <a:cs typeface="+mn-lt"/>
              </a:rPr>
              <a:t>route plan Outbound</a:t>
            </a:r>
            <a:endParaRPr lang="en-US">
              <a:ea typeface="+mn-e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8549B7-B97C-D704-79CF-063574531537}"/>
              </a:ext>
            </a:extLst>
          </p:cNvPr>
          <p:cNvGraphicFramePr>
            <a:graphicFrameLocks noGrp="1"/>
          </p:cNvGraphicFramePr>
          <p:nvPr/>
        </p:nvGraphicFramePr>
        <p:xfrm>
          <a:off x="197222" y="909194"/>
          <a:ext cx="11786309" cy="1404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52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736729650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925257605"/>
                    </a:ext>
                  </a:extLst>
                </a:gridCol>
                <a:gridCol w="2071112">
                  <a:extLst>
                    <a:ext uri="{9D8B030D-6E8A-4147-A177-3AD203B41FA5}">
                      <a16:colId xmlns:a16="http://schemas.microsoft.com/office/drawing/2014/main" val="3293261894"/>
                    </a:ext>
                  </a:extLst>
                </a:gridCol>
                <a:gridCol w="1980150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1957649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</a:tblGrid>
              <a:tr h="398266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ต้นทาง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ปลายทาง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42876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rgbClr val="FF0000"/>
                          </a:solidFill>
                        </a:rPr>
                        <a:t>Bookkalo</a:t>
                      </a:r>
                      <a:endParaRPr lang="en-US" sz="105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176058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rgbClr val="FF0000"/>
                          </a:solidFill>
                        </a:rPr>
                        <a:t>Bookkalo</a:t>
                      </a:r>
                      <a:endParaRPr lang="en-US" sz="105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0548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E90857-E6F1-B996-D627-5D2D13271CE0}"/>
              </a:ext>
            </a:extLst>
          </p:cNvPr>
          <p:cNvSpPr txBox="1"/>
          <p:nvPr/>
        </p:nvSpPr>
        <p:spPr>
          <a:xfrm>
            <a:off x="197222" y="647584"/>
            <a:ext cx="155298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Transportation Order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ED6C41-68C6-03FE-31CE-88183132390B}"/>
              </a:ext>
            </a:extLst>
          </p:cNvPr>
          <p:cNvSpPr txBox="1"/>
          <p:nvPr/>
        </p:nvSpPr>
        <p:spPr>
          <a:xfrm>
            <a:off x="197222" y="2404371"/>
            <a:ext cx="2131867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Shipment route plan Inbound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5174CC6-6E04-0EA1-76FD-E697C0D06BA5}"/>
              </a:ext>
            </a:extLst>
          </p:cNvPr>
          <p:cNvGraphicFramePr>
            <a:graphicFrameLocks noGrp="1"/>
          </p:cNvGraphicFramePr>
          <p:nvPr/>
        </p:nvGraphicFramePr>
        <p:xfrm>
          <a:off x="197222" y="2709819"/>
          <a:ext cx="11786309" cy="151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263813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05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err="1">
                          <a:solidFill>
                            <a:srgbClr val="FF0000"/>
                          </a:solidFill>
                        </a:rPr>
                        <a:t>Bookkalo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Bookkalo</a:t>
                      </a: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039039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err="1">
                          <a:solidFill>
                            <a:srgbClr val="FF0000"/>
                          </a:solidFill>
                        </a:rPr>
                        <a:t>Bookkalo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Bookkalo</a:t>
                      </a: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62179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FF18016-3297-F978-4BD0-0DAED324DDE9}"/>
              </a:ext>
            </a:extLst>
          </p:cNvPr>
          <p:cNvGraphicFramePr>
            <a:graphicFrameLocks noGrp="1"/>
          </p:cNvGraphicFramePr>
          <p:nvPr/>
        </p:nvGraphicFramePr>
        <p:xfrm>
          <a:off x="208469" y="4618193"/>
          <a:ext cx="11786309" cy="1793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173785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sz="105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Agent1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Agent2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aiBev Sans New"/>
                          <a:ea typeface="+mn-ea"/>
                          <a:cs typeface="ThaiBev Sans New"/>
                        </a:rPr>
                        <a:t>Agent2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039039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aiBev Sans New"/>
                          <a:ea typeface="+mn-ea"/>
                          <a:cs typeface="ThaiBev Sans New"/>
                        </a:rPr>
                        <a:t>Agent2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565374"/>
                  </a:ext>
                </a:extLst>
              </a:tr>
              <a:tr h="293126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7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8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4C08-76D6-C96D-19A0-6763225D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3591E1A-87F8-FE8F-2734-A4813B859C3E}"/>
              </a:ext>
            </a:extLst>
          </p:cNvPr>
          <p:cNvSpPr txBox="1"/>
          <p:nvPr/>
        </p:nvSpPr>
        <p:spPr>
          <a:xfrm>
            <a:off x="588919" y="2228617"/>
            <a:ext cx="2129540" cy="60016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Shipment#1 = </a:t>
            </a:r>
            <a:r>
              <a:rPr lang="en-US" sz="1100">
                <a:solidFill>
                  <a:srgbClr val="007A3E"/>
                </a:solidFill>
                <a:latin typeface="ThaiBev Sans New"/>
                <a:cs typeface="ThaiBev Sans New"/>
              </a:rPr>
              <a:t>Shipment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Hub 1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7A3E"/>
              </a:solidFill>
              <a:effectLst/>
              <a:uLnTx/>
              <a:uFillTx/>
              <a:latin typeface="ThaiBev Sans New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POD#1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7A3E"/>
              </a:solidFill>
              <a:effectLst/>
              <a:uLnTx/>
              <a:uFillTx/>
              <a:latin typeface="ThaiBev Sans New"/>
              <a:cs typeface="ThaiBev Sans New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9FD70F-6713-F944-6B33-878E850C45D9}"/>
              </a:ext>
            </a:extLst>
          </p:cNvPr>
          <p:cNvSpPr txBox="1"/>
          <p:nvPr/>
        </p:nvSpPr>
        <p:spPr>
          <a:xfrm>
            <a:off x="8860163" y="1554206"/>
            <a:ext cx="2175443" cy="60016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Shipment#2 = </a:t>
            </a:r>
            <a:r>
              <a:rPr lang="en-US" sz="1100">
                <a:solidFill>
                  <a:srgbClr val="FF0000"/>
                </a:solidFill>
              </a:rPr>
              <a:t>Shipment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75B1E9-D6AE-FEE3-AA77-A5A62DFA3FB7}"/>
              </a:ext>
            </a:extLst>
          </p:cNvPr>
          <p:cNvSpPr txBox="1"/>
          <p:nvPr/>
        </p:nvSpPr>
        <p:spPr>
          <a:xfrm>
            <a:off x="8860162" y="2968307"/>
            <a:ext cx="2175443" cy="60016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Shipment#3 = </a:t>
            </a:r>
            <a:r>
              <a:rPr lang="en-US" sz="1100">
                <a:solidFill>
                  <a:srgbClr val="FF0000"/>
                </a:solidFill>
              </a:rPr>
              <a:t>Shipment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#3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Agent2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haiBev Sans New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POD#3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haiBev Sans New"/>
              <a:cs typeface="ThaiBev Sans New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1EB57BCC-F8A9-AB8B-5C69-24F791836138}"/>
              </a:ext>
            </a:extLst>
          </p:cNvPr>
          <p:cNvCxnSpPr>
            <a:cxnSpLocks/>
            <a:stCxn id="53" idx="3"/>
            <a:endCxn id="67" idx="1"/>
          </p:cNvCxnSpPr>
          <p:nvPr/>
        </p:nvCxnSpPr>
        <p:spPr>
          <a:xfrm flipV="1">
            <a:off x="5950809" y="1302903"/>
            <a:ext cx="2909354" cy="6796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7B8423D-1097-899C-7F1A-BBAAAE760E33}"/>
              </a:ext>
            </a:extLst>
          </p:cNvPr>
          <p:cNvCxnSpPr>
            <a:cxnSpLocks/>
            <a:stCxn id="53" idx="3"/>
            <a:endCxn id="68" idx="1"/>
          </p:cNvCxnSpPr>
          <p:nvPr/>
        </p:nvCxnSpPr>
        <p:spPr>
          <a:xfrm>
            <a:off x="5950809" y="1982515"/>
            <a:ext cx="2909354" cy="7302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208">
            <a:extLst>
              <a:ext uri="{FF2B5EF4-FFF2-40B4-BE49-F238E27FC236}">
                <a16:creationId xmlns:a16="http://schemas.microsoft.com/office/drawing/2014/main" id="{34D2DC53-466D-B4A2-730B-D5369D4AC1D3}"/>
              </a:ext>
            </a:extLst>
          </p:cNvPr>
          <p:cNvSpPr/>
          <p:nvPr/>
        </p:nvSpPr>
        <p:spPr>
          <a:xfrm>
            <a:off x="4623377" y="1724103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en-US" sz="11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1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67" name="Rectangle: Rounded Corners 208">
            <a:extLst>
              <a:ext uri="{FF2B5EF4-FFF2-40B4-BE49-F238E27FC236}">
                <a16:creationId xmlns:a16="http://schemas.microsoft.com/office/drawing/2014/main" id="{95B232A4-330D-3C34-2114-7642015BDC05}"/>
              </a:ext>
            </a:extLst>
          </p:cNvPr>
          <p:cNvSpPr/>
          <p:nvPr/>
        </p:nvSpPr>
        <p:spPr>
          <a:xfrm>
            <a:off x="8860163" y="1044491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1</a:t>
            </a:r>
          </a:p>
        </p:txBody>
      </p:sp>
      <p:sp>
        <p:nvSpPr>
          <p:cNvPr id="68" name="Rectangle: Rounded Corners 208">
            <a:extLst>
              <a:ext uri="{FF2B5EF4-FFF2-40B4-BE49-F238E27FC236}">
                <a16:creationId xmlns:a16="http://schemas.microsoft.com/office/drawing/2014/main" id="{73E4E414-0723-F3AA-8A9A-12862F1F42F7}"/>
              </a:ext>
            </a:extLst>
          </p:cNvPr>
          <p:cNvSpPr/>
          <p:nvPr/>
        </p:nvSpPr>
        <p:spPr>
          <a:xfrm>
            <a:off x="8860163" y="2454380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2</a:t>
            </a:r>
          </a:p>
        </p:txBody>
      </p:sp>
      <p:pic>
        <p:nvPicPr>
          <p:cNvPr id="72" name="Graphic 71" descr="Truck">
            <a:extLst>
              <a:ext uri="{FF2B5EF4-FFF2-40B4-BE49-F238E27FC236}">
                <a16:creationId xmlns:a16="http://schemas.microsoft.com/office/drawing/2014/main" id="{6D63560D-162A-CC35-119E-D29718F32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17616" y="1073467"/>
            <a:ext cx="1147113" cy="1147113"/>
          </a:xfrm>
          <a:prstGeom prst="rect">
            <a:avLst/>
          </a:prstGeom>
        </p:spPr>
      </p:pic>
      <p:pic>
        <p:nvPicPr>
          <p:cNvPr id="73" name="Graphic 72" descr="Truck">
            <a:extLst>
              <a:ext uri="{FF2B5EF4-FFF2-40B4-BE49-F238E27FC236}">
                <a16:creationId xmlns:a16="http://schemas.microsoft.com/office/drawing/2014/main" id="{2E6C3387-2262-6422-6906-78A52E76F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3064" y="885058"/>
            <a:ext cx="519935" cy="519935"/>
          </a:xfrm>
          <a:prstGeom prst="rect">
            <a:avLst/>
          </a:prstGeom>
        </p:spPr>
      </p:pic>
      <p:sp>
        <p:nvSpPr>
          <p:cNvPr id="75" name="Rectangle: Rounded Corners 208">
            <a:extLst>
              <a:ext uri="{FF2B5EF4-FFF2-40B4-BE49-F238E27FC236}">
                <a16:creationId xmlns:a16="http://schemas.microsoft.com/office/drawing/2014/main" id="{F042172C-B65C-9A42-444A-C98FE99BAC5E}"/>
              </a:ext>
            </a:extLst>
          </p:cNvPr>
          <p:cNvSpPr/>
          <p:nvPr/>
        </p:nvSpPr>
        <p:spPr>
          <a:xfrm>
            <a:off x="584092" y="1723488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27CB61D-8BF5-BCA2-7B74-9E1AAF2382ED}"/>
              </a:ext>
            </a:extLst>
          </p:cNvPr>
          <p:cNvCxnSpPr>
            <a:cxnSpLocks/>
            <a:stCxn id="75" idx="3"/>
            <a:endCxn id="53" idx="1"/>
          </p:cNvCxnSpPr>
          <p:nvPr/>
        </p:nvCxnSpPr>
        <p:spPr>
          <a:xfrm>
            <a:off x="1911524" y="1981900"/>
            <a:ext cx="2711853" cy="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B337EF6E-F320-981B-57AC-48BAEB743F65}"/>
              </a:ext>
            </a:extLst>
          </p:cNvPr>
          <p:cNvSpPr/>
          <p:nvPr/>
        </p:nvSpPr>
        <p:spPr>
          <a:xfrm>
            <a:off x="403580" y="709863"/>
            <a:ext cx="11384839" cy="4603111"/>
          </a:xfrm>
          <a:prstGeom prst="rect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CE7AF8E-2188-8B45-A2E9-1A414B11F34B}"/>
              </a:ext>
            </a:extLst>
          </p:cNvPr>
          <p:cNvSpPr txBox="1"/>
          <p:nvPr/>
        </p:nvSpPr>
        <p:spPr>
          <a:xfrm>
            <a:off x="3670804" y="1329018"/>
            <a:ext cx="258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6A04B9-697E-0B90-ABC2-2C81210903A8}"/>
              </a:ext>
            </a:extLst>
          </p:cNvPr>
          <p:cNvSpPr txBox="1"/>
          <p:nvPr/>
        </p:nvSpPr>
        <p:spPr>
          <a:xfrm>
            <a:off x="8301199" y="970254"/>
            <a:ext cx="2407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5E0A98-DE0D-9BA6-1788-80405FE4A864}"/>
              </a:ext>
            </a:extLst>
          </p:cNvPr>
          <p:cNvSpPr txBox="1"/>
          <p:nvPr/>
        </p:nvSpPr>
        <p:spPr>
          <a:xfrm>
            <a:off x="4559579" y="1474320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Cross Dock location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D4DDC5-C47F-E78A-81FA-44288EC92409}"/>
              </a:ext>
            </a:extLst>
          </p:cNvPr>
          <p:cNvSpPr txBox="1"/>
          <p:nvPr/>
        </p:nvSpPr>
        <p:spPr>
          <a:xfrm>
            <a:off x="3028322" y="1104475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CIO#1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A896E7-4818-2DF1-7499-B6A1DC115C07}"/>
              </a:ext>
            </a:extLst>
          </p:cNvPr>
          <p:cNvSpPr txBox="1"/>
          <p:nvPr/>
        </p:nvSpPr>
        <p:spPr>
          <a:xfrm>
            <a:off x="5949826" y="1348749"/>
            <a:ext cx="285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59AEA-9480-A006-8C84-9B3499C5BC3D}"/>
              </a:ext>
            </a:extLst>
          </p:cNvPr>
          <p:cNvSpPr txBox="1"/>
          <p:nvPr/>
        </p:nvSpPr>
        <p:spPr>
          <a:xfrm>
            <a:off x="7648298" y="754160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COO#2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94E7AE0-4E77-514A-525C-B402A84C1B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Cross Docking + Stock item</a:t>
            </a:r>
          </a:p>
        </p:txBody>
      </p:sp>
      <p:pic>
        <p:nvPicPr>
          <p:cNvPr id="9" name="Graphic 8" descr="Truck">
            <a:extLst>
              <a:ext uri="{FF2B5EF4-FFF2-40B4-BE49-F238E27FC236}">
                <a16:creationId xmlns:a16="http://schemas.microsoft.com/office/drawing/2014/main" id="{BBCB9194-6C78-BA27-D27F-61F750A100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5127" y="2287532"/>
            <a:ext cx="519935" cy="5199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A24C25-211C-60A2-9466-B5D347D285BA}"/>
              </a:ext>
            </a:extLst>
          </p:cNvPr>
          <p:cNvSpPr txBox="1"/>
          <p:nvPr/>
        </p:nvSpPr>
        <p:spPr>
          <a:xfrm>
            <a:off x="8310310" y="2378462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noProof="0">
                <a:solidFill>
                  <a:prstClr val="white"/>
                </a:solidFill>
                <a:latin typeface="ThaiBev Sans New"/>
                <a:cs typeface="ThaiBev Sans New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5BD58-B56F-82BA-ADBD-16F3B0F649DA}"/>
              </a:ext>
            </a:extLst>
          </p:cNvPr>
          <p:cNvSpPr txBox="1"/>
          <p:nvPr/>
        </p:nvSpPr>
        <p:spPr>
          <a:xfrm>
            <a:off x="7703035" y="2151396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COO#3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05FF1D3A-02AE-3A06-D041-03ED3A4B6360}"/>
              </a:ext>
            </a:extLst>
          </p:cNvPr>
          <p:cNvCxnSpPr>
            <a:cxnSpLocks/>
            <a:stCxn id="53" idx="2"/>
            <a:endCxn id="68" idx="1"/>
          </p:cNvCxnSpPr>
          <p:nvPr/>
        </p:nvCxnSpPr>
        <p:spPr>
          <a:xfrm rot="16200000" flipH="1">
            <a:off x="6837695" y="690324"/>
            <a:ext cx="471866" cy="35730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875C18B-A160-B817-2D0D-64F4B62A9A90}"/>
              </a:ext>
            </a:extLst>
          </p:cNvPr>
          <p:cNvSpPr txBox="1"/>
          <p:nvPr/>
        </p:nvSpPr>
        <p:spPr>
          <a:xfrm>
            <a:off x="5495628" y="2476858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เบิก </a:t>
            </a: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Stock item </a:t>
            </a:r>
            <a:r>
              <a:rPr kumimoji="0" lang="th-TH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เพิ่ม</a:t>
            </a:r>
            <a:endParaRPr kumimoji="0" lang="en-US" sz="9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</p:spTree>
    <p:extLst>
      <p:ext uri="{BB962C8B-B14F-4D97-AF65-F5344CB8AC3E}">
        <p14:creationId xmlns:p14="http://schemas.microsoft.com/office/powerpoint/2010/main" val="3720769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B752-79C8-7088-7D93-6265DF36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5E702F-645A-CC54-2494-7DD5754D2D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Cross Docking + Stock item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F813B-EA32-908D-0325-719EA9992792}"/>
              </a:ext>
            </a:extLst>
          </p:cNvPr>
          <p:cNvSpPr txBox="1"/>
          <p:nvPr/>
        </p:nvSpPr>
        <p:spPr>
          <a:xfrm>
            <a:off x="202816" y="2446901"/>
            <a:ext cx="2280377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Shipment route plan Inbound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441AC-E1BF-66C4-E4C6-9F84F4502285}"/>
              </a:ext>
            </a:extLst>
          </p:cNvPr>
          <p:cNvSpPr txBox="1"/>
          <p:nvPr/>
        </p:nvSpPr>
        <p:spPr>
          <a:xfrm>
            <a:off x="197194" y="4255247"/>
            <a:ext cx="2290018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Shipment route plan Outbound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838ED-D309-8934-5A0F-F52238DB3C0E}"/>
              </a:ext>
            </a:extLst>
          </p:cNvPr>
          <p:cNvSpPr txBox="1"/>
          <p:nvPr/>
        </p:nvSpPr>
        <p:spPr>
          <a:xfrm>
            <a:off x="202846" y="668126"/>
            <a:ext cx="15529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Transportation Order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E545C8-573B-18FC-E570-5D30A55AB972}"/>
              </a:ext>
            </a:extLst>
          </p:cNvPr>
          <p:cNvGraphicFramePr>
            <a:graphicFrameLocks noGrp="1"/>
          </p:cNvGraphicFramePr>
          <p:nvPr/>
        </p:nvGraphicFramePr>
        <p:xfrm>
          <a:off x="202816" y="945225"/>
          <a:ext cx="11786309" cy="1152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52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736729650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925257605"/>
                    </a:ext>
                  </a:extLst>
                </a:gridCol>
                <a:gridCol w="2071112">
                  <a:extLst>
                    <a:ext uri="{9D8B030D-6E8A-4147-A177-3AD203B41FA5}">
                      <a16:colId xmlns:a16="http://schemas.microsoft.com/office/drawing/2014/main" val="3293261894"/>
                    </a:ext>
                  </a:extLst>
                </a:gridCol>
                <a:gridCol w="1980150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1957649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</a:tblGrid>
              <a:tr h="398266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ต้นทาง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ปลายทาง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42876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rgbClr val="FF0000"/>
                          </a:solidFill>
                        </a:rPr>
                        <a:t>Hub1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700 (Stock Item)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17605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2F09534-E48C-03FD-D624-9AA9748583CF}"/>
              </a:ext>
            </a:extLst>
          </p:cNvPr>
          <p:cNvGraphicFramePr>
            <a:graphicFrameLocks noGrp="1"/>
          </p:cNvGraphicFramePr>
          <p:nvPr/>
        </p:nvGraphicFramePr>
        <p:xfrm>
          <a:off x="202811" y="2699478"/>
          <a:ext cx="11786309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263813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05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5FE87F-2CB0-8C38-3B02-694A62C6C070}"/>
              </a:ext>
            </a:extLst>
          </p:cNvPr>
          <p:cNvGraphicFramePr>
            <a:graphicFrameLocks noGrp="1"/>
          </p:cNvGraphicFramePr>
          <p:nvPr/>
        </p:nvGraphicFramePr>
        <p:xfrm>
          <a:off x="202811" y="4516857"/>
          <a:ext cx="1178630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263813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Agent1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Agent2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626029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CERTU 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Agent2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Hub1)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731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56FC-DA03-D9D6-6CA4-F4D05A4A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65403A28-2FD8-E73D-6615-5CC863B9C341}"/>
              </a:ext>
            </a:extLst>
          </p:cNvPr>
          <p:cNvSpPr txBox="1"/>
          <p:nvPr/>
        </p:nvSpPr>
        <p:spPr>
          <a:xfrm>
            <a:off x="588919" y="2228617"/>
            <a:ext cx="2190454" cy="60016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Shipment#1 = </a:t>
            </a:r>
            <a:r>
              <a:rPr lang="en-US" sz="1100">
                <a:solidFill>
                  <a:srgbClr val="007A3E"/>
                </a:solidFill>
                <a:latin typeface="ThaiBev Sans New"/>
                <a:cs typeface="ThaiBev Sans New"/>
              </a:rPr>
              <a:t>Shipment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Hub 1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7A3E"/>
              </a:solidFill>
              <a:effectLst/>
              <a:uLnTx/>
              <a:uFillTx/>
              <a:latin typeface="ThaiBev Sans New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723A1B-8DA2-3BA8-314C-E05C75E11C9A}"/>
              </a:ext>
            </a:extLst>
          </p:cNvPr>
          <p:cNvSpPr txBox="1"/>
          <p:nvPr/>
        </p:nvSpPr>
        <p:spPr>
          <a:xfrm>
            <a:off x="9142799" y="3171606"/>
            <a:ext cx="2190454" cy="60934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Shipment#3 = </a:t>
            </a:r>
            <a:r>
              <a:rPr lang="en-US" sz="1100">
                <a:solidFill>
                  <a:srgbClr val="FF0000"/>
                </a:solidFill>
              </a:rPr>
              <a:t>Shipment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#3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2 -&gt; Agent1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haiBev Sans New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POD#3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haiBev Sans New"/>
              <a:cs typeface="ThaiBev Sans New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9B1903-ECE8-5809-DFF0-B0250C18CAD4}"/>
              </a:ext>
            </a:extLst>
          </p:cNvPr>
          <p:cNvSpPr txBox="1"/>
          <p:nvPr/>
        </p:nvSpPr>
        <p:spPr>
          <a:xfrm>
            <a:off x="9142798" y="4604067"/>
            <a:ext cx="2184624" cy="60016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Shipment#4 = </a:t>
            </a:r>
            <a:r>
              <a:rPr lang="en-US" sz="1100">
                <a:solidFill>
                  <a:srgbClr val="FF0000"/>
                </a:solidFill>
              </a:rPr>
              <a:t>Shipment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#4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2 -&gt; Agent2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haiBev Sans New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POD#4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haiBev Sans New"/>
              <a:cs typeface="ThaiBev Sans New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C53AF4C-6ED7-D96F-DD6C-C4BD40919D87}"/>
              </a:ext>
            </a:extLst>
          </p:cNvPr>
          <p:cNvCxnSpPr>
            <a:cxnSpLocks/>
            <a:stCxn id="8" idx="3"/>
            <a:endCxn id="67" idx="1"/>
          </p:cNvCxnSpPr>
          <p:nvPr/>
        </p:nvCxnSpPr>
        <p:spPr>
          <a:xfrm flipV="1">
            <a:off x="5950809" y="2938663"/>
            <a:ext cx="3191990" cy="6944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20E804A-D2E4-F046-3D88-EC93D2CA1CAC}"/>
              </a:ext>
            </a:extLst>
          </p:cNvPr>
          <p:cNvCxnSpPr>
            <a:cxnSpLocks/>
            <a:stCxn id="8" idx="3"/>
            <a:endCxn id="68" idx="1"/>
          </p:cNvCxnSpPr>
          <p:nvPr/>
        </p:nvCxnSpPr>
        <p:spPr>
          <a:xfrm>
            <a:off x="5950809" y="3633142"/>
            <a:ext cx="3191990" cy="7154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208">
            <a:extLst>
              <a:ext uri="{FF2B5EF4-FFF2-40B4-BE49-F238E27FC236}">
                <a16:creationId xmlns:a16="http://schemas.microsoft.com/office/drawing/2014/main" id="{A40C99AB-4706-302F-8A71-191491985D20}"/>
              </a:ext>
            </a:extLst>
          </p:cNvPr>
          <p:cNvSpPr/>
          <p:nvPr/>
        </p:nvSpPr>
        <p:spPr>
          <a:xfrm>
            <a:off x="4623377" y="1724103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en-US" sz="11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1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67" name="Rectangle: Rounded Corners 208">
            <a:extLst>
              <a:ext uri="{FF2B5EF4-FFF2-40B4-BE49-F238E27FC236}">
                <a16:creationId xmlns:a16="http://schemas.microsoft.com/office/drawing/2014/main" id="{E59F3B4E-D32A-B369-46F8-F02CA309B3A0}"/>
              </a:ext>
            </a:extLst>
          </p:cNvPr>
          <p:cNvSpPr/>
          <p:nvPr/>
        </p:nvSpPr>
        <p:spPr>
          <a:xfrm>
            <a:off x="9142799" y="2680251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1</a:t>
            </a:r>
          </a:p>
        </p:txBody>
      </p:sp>
      <p:sp>
        <p:nvSpPr>
          <p:cNvPr id="68" name="Rectangle: Rounded Corners 208">
            <a:extLst>
              <a:ext uri="{FF2B5EF4-FFF2-40B4-BE49-F238E27FC236}">
                <a16:creationId xmlns:a16="http://schemas.microsoft.com/office/drawing/2014/main" id="{148A918B-CBAC-F42C-E7AF-1DB591185A73}"/>
              </a:ext>
            </a:extLst>
          </p:cNvPr>
          <p:cNvSpPr/>
          <p:nvPr/>
        </p:nvSpPr>
        <p:spPr>
          <a:xfrm>
            <a:off x="9142799" y="4090140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2</a:t>
            </a:r>
          </a:p>
        </p:txBody>
      </p:sp>
      <p:pic>
        <p:nvPicPr>
          <p:cNvPr id="72" name="Graphic 71" descr="Truck">
            <a:extLst>
              <a:ext uri="{FF2B5EF4-FFF2-40B4-BE49-F238E27FC236}">
                <a16:creationId xmlns:a16="http://schemas.microsoft.com/office/drawing/2014/main" id="{26D419C4-46C3-9C0C-E92F-CBDD867FA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17616" y="1073467"/>
            <a:ext cx="1147113" cy="1147113"/>
          </a:xfrm>
          <a:prstGeom prst="rect">
            <a:avLst/>
          </a:prstGeom>
        </p:spPr>
      </p:pic>
      <p:pic>
        <p:nvPicPr>
          <p:cNvPr id="73" name="Graphic 72" descr="Truck">
            <a:extLst>
              <a:ext uri="{FF2B5EF4-FFF2-40B4-BE49-F238E27FC236}">
                <a16:creationId xmlns:a16="http://schemas.microsoft.com/office/drawing/2014/main" id="{48FDF0A6-F01B-6127-E1BD-37F32BC29B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5700" y="2520818"/>
            <a:ext cx="519935" cy="519935"/>
          </a:xfrm>
          <a:prstGeom prst="rect">
            <a:avLst/>
          </a:prstGeom>
        </p:spPr>
      </p:pic>
      <p:sp>
        <p:nvSpPr>
          <p:cNvPr id="75" name="Rectangle: Rounded Corners 208">
            <a:extLst>
              <a:ext uri="{FF2B5EF4-FFF2-40B4-BE49-F238E27FC236}">
                <a16:creationId xmlns:a16="http://schemas.microsoft.com/office/drawing/2014/main" id="{DA5DD1B6-EEE3-0A61-1238-75E2D67D8B3C}"/>
              </a:ext>
            </a:extLst>
          </p:cNvPr>
          <p:cNvSpPr/>
          <p:nvPr/>
        </p:nvSpPr>
        <p:spPr>
          <a:xfrm>
            <a:off x="584092" y="1723488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CF93E8E-7323-5648-C7D4-33555A104FBF}"/>
              </a:ext>
            </a:extLst>
          </p:cNvPr>
          <p:cNvCxnSpPr>
            <a:cxnSpLocks/>
            <a:stCxn id="75" idx="3"/>
            <a:endCxn id="53" idx="1"/>
          </p:cNvCxnSpPr>
          <p:nvPr/>
        </p:nvCxnSpPr>
        <p:spPr>
          <a:xfrm>
            <a:off x="1911524" y="1981900"/>
            <a:ext cx="2711853" cy="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7016CDEB-4AB7-39CA-EB5E-D64CF0E27751}"/>
              </a:ext>
            </a:extLst>
          </p:cNvPr>
          <p:cNvSpPr/>
          <p:nvPr/>
        </p:nvSpPr>
        <p:spPr>
          <a:xfrm>
            <a:off x="413105" y="738438"/>
            <a:ext cx="11384839" cy="4928937"/>
          </a:xfrm>
          <a:prstGeom prst="rect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FC66E3C-2471-37B4-FDF5-904305AD5A43}"/>
              </a:ext>
            </a:extLst>
          </p:cNvPr>
          <p:cNvSpPr txBox="1"/>
          <p:nvPr/>
        </p:nvSpPr>
        <p:spPr>
          <a:xfrm>
            <a:off x="3670804" y="1329018"/>
            <a:ext cx="258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CADEB7-EDC7-DCEC-B075-AA73A7ADCB06}"/>
              </a:ext>
            </a:extLst>
          </p:cNvPr>
          <p:cNvSpPr txBox="1"/>
          <p:nvPr/>
        </p:nvSpPr>
        <p:spPr>
          <a:xfrm>
            <a:off x="8583835" y="2606014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prstClr val="white"/>
                </a:solidFill>
                <a:latin typeface="ThaiBev Sans New"/>
                <a:cs typeface="ThaiBev Sans New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AB85368-1DB8-6E48-06D9-5DE260D0891E}"/>
              </a:ext>
            </a:extLst>
          </p:cNvPr>
          <p:cNvSpPr txBox="1"/>
          <p:nvPr/>
        </p:nvSpPr>
        <p:spPr>
          <a:xfrm>
            <a:off x="4559579" y="1474320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Cross Dock location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0C41B8-9BD4-3428-2716-B374D45B754A}"/>
              </a:ext>
            </a:extLst>
          </p:cNvPr>
          <p:cNvSpPr txBox="1"/>
          <p:nvPr/>
        </p:nvSpPr>
        <p:spPr>
          <a:xfrm>
            <a:off x="3028322" y="1104475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CIO#1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3FC81B-90E3-DDDF-64BC-1C2AA987F74D}"/>
              </a:ext>
            </a:extLst>
          </p:cNvPr>
          <p:cNvSpPr txBox="1"/>
          <p:nvPr/>
        </p:nvSpPr>
        <p:spPr>
          <a:xfrm>
            <a:off x="5949826" y="1348749"/>
            <a:ext cx="285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567B9-287A-B302-BB1F-13D72CA49B11}"/>
              </a:ext>
            </a:extLst>
          </p:cNvPr>
          <p:cNvSpPr txBox="1"/>
          <p:nvPr/>
        </p:nvSpPr>
        <p:spPr>
          <a:xfrm>
            <a:off x="7930934" y="2389920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COO#3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F43C007-7021-9707-3281-CABAD7CEAF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Cross Docking - Multi Stage</a:t>
            </a:r>
          </a:p>
        </p:txBody>
      </p:sp>
      <p:pic>
        <p:nvPicPr>
          <p:cNvPr id="9" name="Graphic 8" descr="Truck">
            <a:extLst>
              <a:ext uri="{FF2B5EF4-FFF2-40B4-BE49-F238E27FC236}">
                <a16:creationId xmlns:a16="http://schemas.microsoft.com/office/drawing/2014/main" id="{4D923C18-6B1F-BA06-53BA-4694F6DA3D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7763" y="3923292"/>
            <a:ext cx="519935" cy="5199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8FF88E-DE24-1C0A-ACF2-2397B6B2BE7D}"/>
              </a:ext>
            </a:extLst>
          </p:cNvPr>
          <p:cNvSpPr txBox="1"/>
          <p:nvPr/>
        </p:nvSpPr>
        <p:spPr>
          <a:xfrm>
            <a:off x="8592946" y="4014222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901FA-3751-6D8E-D443-14036A461711}"/>
              </a:ext>
            </a:extLst>
          </p:cNvPr>
          <p:cNvSpPr txBox="1"/>
          <p:nvPr/>
        </p:nvSpPr>
        <p:spPr>
          <a:xfrm>
            <a:off x="7985671" y="3787156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COO#4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834D2-EC66-F1AA-B2D8-74F54A33D74B}"/>
              </a:ext>
            </a:extLst>
          </p:cNvPr>
          <p:cNvSpPr txBox="1"/>
          <p:nvPr/>
        </p:nvSpPr>
        <p:spPr>
          <a:xfrm>
            <a:off x="5949826" y="2999376"/>
            <a:ext cx="285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B160D1-72F1-82C6-3B5B-471097EF50C4}"/>
              </a:ext>
            </a:extLst>
          </p:cNvPr>
          <p:cNvCxnSpPr>
            <a:cxnSpLocks/>
            <a:stCxn id="53" idx="2"/>
            <a:endCxn id="8" idx="0"/>
          </p:cNvCxnSpPr>
          <p:nvPr/>
        </p:nvCxnSpPr>
        <p:spPr>
          <a:xfrm>
            <a:off x="5287093" y="2240926"/>
            <a:ext cx="0" cy="1133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Truck">
            <a:extLst>
              <a:ext uri="{FF2B5EF4-FFF2-40B4-BE49-F238E27FC236}">
                <a16:creationId xmlns:a16="http://schemas.microsoft.com/office/drawing/2014/main" id="{6589B286-6C31-D379-8596-E99C51F77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3613" y="2248479"/>
            <a:ext cx="1147113" cy="114711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5164ED3-6340-988D-9B0C-BB870E4EBF14}"/>
              </a:ext>
            </a:extLst>
          </p:cNvPr>
          <p:cNvSpPr txBox="1"/>
          <p:nvPr/>
        </p:nvSpPr>
        <p:spPr>
          <a:xfrm>
            <a:off x="5596801" y="2504030"/>
            <a:ext cx="285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AB66CF-B06D-6D9C-03ED-5E5A6068091C}"/>
              </a:ext>
            </a:extLst>
          </p:cNvPr>
          <p:cNvSpPr txBox="1"/>
          <p:nvPr/>
        </p:nvSpPr>
        <p:spPr>
          <a:xfrm>
            <a:off x="4954319" y="2279487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CTO#2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41D628-083B-91E7-7854-B48B4261D858}"/>
              </a:ext>
            </a:extLst>
          </p:cNvPr>
          <p:cNvSpPr txBox="1"/>
          <p:nvPr/>
        </p:nvSpPr>
        <p:spPr>
          <a:xfrm>
            <a:off x="3432415" y="3883291"/>
            <a:ext cx="2318983" cy="60016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</a:t>
            </a:r>
            <a:r>
              <a:rPr lang="en-US" sz="1100">
                <a:solidFill>
                  <a:srgbClr val="007A3E"/>
                </a:solidFill>
                <a:latin typeface="ThaiBev Sans New"/>
                <a:cs typeface="ThaiBev Sans New"/>
              </a:rPr>
              <a:t>2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= </a:t>
            </a:r>
            <a:r>
              <a:rPr lang="en-US" sz="1100">
                <a:solidFill>
                  <a:srgbClr val="007A3E"/>
                </a:solidFill>
                <a:latin typeface="ThaiBev Sans New"/>
                <a:cs typeface="ThaiBev Sans New"/>
              </a:rPr>
              <a:t>Shipment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#2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1 -&gt; Hub 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POD#2</a:t>
            </a:r>
          </a:p>
        </p:txBody>
      </p:sp>
      <p:sp>
        <p:nvSpPr>
          <p:cNvPr id="8" name="Rectangle: Rounded Corners 208">
            <a:extLst>
              <a:ext uri="{FF2B5EF4-FFF2-40B4-BE49-F238E27FC236}">
                <a16:creationId xmlns:a16="http://schemas.microsoft.com/office/drawing/2014/main" id="{87E5EB0F-CAA8-3EC3-D8CA-42F3C0000273}"/>
              </a:ext>
            </a:extLst>
          </p:cNvPr>
          <p:cNvSpPr/>
          <p:nvPr/>
        </p:nvSpPr>
        <p:spPr>
          <a:xfrm>
            <a:off x="4623377" y="3374730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en-US" sz="11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2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07142-5231-FE37-B7CA-D397135DBAFC}"/>
              </a:ext>
            </a:extLst>
          </p:cNvPr>
          <p:cNvSpPr txBox="1"/>
          <p:nvPr/>
        </p:nvSpPr>
        <p:spPr>
          <a:xfrm>
            <a:off x="5190828" y="3200758"/>
            <a:ext cx="1552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เบิก </a:t>
            </a: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Stock item </a:t>
            </a:r>
            <a:r>
              <a:rPr kumimoji="0" lang="th-TH" sz="9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เพิ่ม</a:t>
            </a:r>
            <a:endParaRPr kumimoji="0" lang="en-US" sz="9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</p:spTree>
    <p:extLst>
      <p:ext uri="{BB962C8B-B14F-4D97-AF65-F5344CB8AC3E}">
        <p14:creationId xmlns:p14="http://schemas.microsoft.com/office/powerpoint/2010/main" val="2703476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5D4D-4A57-7EE5-71E8-2B58C297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B163235-87A2-F139-5D5C-1D35518B2E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10719749" cy="516823"/>
          </a:xfrm>
        </p:spPr>
        <p:txBody>
          <a:bodyPr vert="horz"/>
          <a:lstStyle/>
          <a:p>
            <a:r>
              <a:rPr lang="en-US"/>
              <a:t>Cross Docking - Multi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8BE87-A3EC-2C05-2EDD-577ED2600428}"/>
              </a:ext>
            </a:extLst>
          </p:cNvPr>
          <p:cNvSpPr txBox="1"/>
          <p:nvPr/>
        </p:nvSpPr>
        <p:spPr>
          <a:xfrm>
            <a:off x="202846" y="5070694"/>
            <a:ext cx="2663829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Shipment route plan Outbound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36A43-2D1B-7AAF-025E-0581E0550E3A}"/>
              </a:ext>
            </a:extLst>
          </p:cNvPr>
          <p:cNvSpPr txBox="1"/>
          <p:nvPr/>
        </p:nvSpPr>
        <p:spPr>
          <a:xfrm>
            <a:off x="202846" y="668126"/>
            <a:ext cx="155298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Transportation Order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2AD08-38C4-1ED2-74FB-C97E28B4E387}"/>
              </a:ext>
            </a:extLst>
          </p:cNvPr>
          <p:cNvSpPr txBox="1"/>
          <p:nvPr/>
        </p:nvSpPr>
        <p:spPr>
          <a:xfrm>
            <a:off x="179284" y="3546231"/>
            <a:ext cx="2826716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kumimoji="0" sz="1100" b="1" i="0" u="sng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defRPr>
            </a:lvl1pPr>
          </a:lstStyle>
          <a:p>
            <a:r>
              <a:rPr lang="en-US"/>
              <a:t>Shipment route plan Transfer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9E3CF0-5177-DEE7-901A-B0736E97E4C1}"/>
              </a:ext>
            </a:extLst>
          </p:cNvPr>
          <p:cNvSpPr txBox="1"/>
          <p:nvPr/>
        </p:nvSpPr>
        <p:spPr>
          <a:xfrm>
            <a:off x="182845" y="2018812"/>
            <a:ext cx="2290018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lt"/>
                <a:cs typeface="+mn-lt"/>
              </a:rPr>
              <a:t>Shipment </a:t>
            </a:r>
            <a:r>
              <a:rPr lang="en-US" sz="1100" b="1" u="sng">
                <a:solidFill>
                  <a:srgbClr val="FF0000"/>
                </a:solidFill>
                <a:ea typeface="+mn-lt"/>
                <a:cs typeface="+mn-lt"/>
              </a:rPr>
              <a:t>route plan Inbound</a:t>
            </a:r>
            <a:endParaRPr lang="en-US">
              <a:ea typeface="+mn-e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A1EC2A-C5DF-8E24-B141-CEF7CD1C9AA3}"/>
              </a:ext>
            </a:extLst>
          </p:cNvPr>
          <p:cNvGraphicFramePr>
            <a:graphicFrameLocks noGrp="1"/>
          </p:cNvGraphicFramePr>
          <p:nvPr/>
        </p:nvGraphicFramePr>
        <p:xfrm>
          <a:off x="202846" y="929736"/>
          <a:ext cx="11786309" cy="901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52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736729650"/>
                    </a:ext>
                  </a:extLst>
                </a:gridCol>
                <a:gridCol w="1923173">
                  <a:extLst>
                    <a:ext uri="{9D8B030D-6E8A-4147-A177-3AD203B41FA5}">
                      <a16:colId xmlns:a16="http://schemas.microsoft.com/office/drawing/2014/main" val="2925257605"/>
                    </a:ext>
                  </a:extLst>
                </a:gridCol>
                <a:gridCol w="2071112">
                  <a:extLst>
                    <a:ext uri="{9D8B030D-6E8A-4147-A177-3AD203B41FA5}">
                      <a16:colId xmlns:a16="http://schemas.microsoft.com/office/drawing/2014/main" val="3293261894"/>
                    </a:ext>
                  </a:extLst>
                </a:gridCol>
                <a:gridCol w="1980150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1957649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</a:tblGrid>
              <a:tr h="398266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ต้นทาง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050"/>
                        <a:t>ปลายทาง</a:t>
                      </a:r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229188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SALEDOC#2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Agent2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428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88CE7C-8B0B-B4F8-1581-8357E5AF1D2A}"/>
              </a:ext>
            </a:extLst>
          </p:cNvPr>
          <p:cNvGraphicFramePr>
            <a:graphicFrameLocks noGrp="1"/>
          </p:cNvGraphicFramePr>
          <p:nvPr/>
        </p:nvGraphicFramePr>
        <p:xfrm>
          <a:off x="202846" y="2284805"/>
          <a:ext cx="11786309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263813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WMS (Issue </a:t>
                      </a:r>
                      <a:r>
                        <a:rPr lang="en-US" sz="1050" b="0" i="0" u="none" strike="noStrike" noProof="0" err="1">
                          <a:solidFill>
                            <a:schemeClr val="tx1"/>
                          </a:solidFill>
                        </a:rPr>
                        <a:t>Bangna</a:t>
                      </a: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986AC78-F57C-DEC0-CC46-F65E6335C088}"/>
              </a:ext>
            </a:extLst>
          </p:cNvPr>
          <p:cNvGraphicFramePr>
            <a:graphicFrameLocks noGrp="1"/>
          </p:cNvGraphicFramePr>
          <p:nvPr/>
        </p:nvGraphicFramePr>
        <p:xfrm>
          <a:off x="202846" y="3809268"/>
          <a:ext cx="11786309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40087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CERTU 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highlight>
                            <a:srgbClr val="FFFF00"/>
                          </a:highlight>
                        </a:rPr>
                        <a:t>CERTU SH#1</a:t>
                      </a:r>
                      <a:endParaRPr lang="en-US" sz="105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CERTU SH#2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CERTU SH#1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498A223-EFAA-302D-22CE-B20B06C39AC4}"/>
              </a:ext>
            </a:extLst>
          </p:cNvPr>
          <p:cNvGraphicFramePr>
            <a:graphicFrameLocks noGrp="1"/>
          </p:cNvGraphicFramePr>
          <p:nvPr/>
        </p:nvGraphicFramePr>
        <p:xfrm>
          <a:off x="202846" y="5332304"/>
          <a:ext cx="11786309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24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1065445">
                  <a:extLst>
                    <a:ext uri="{9D8B030D-6E8A-4147-A177-3AD203B41FA5}">
                      <a16:colId xmlns:a16="http://schemas.microsoft.com/office/drawing/2014/main" val="3724942952"/>
                    </a:ext>
                  </a:extLst>
                </a:gridCol>
                <a:gridCol w="747861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3749266492"/>
                    </a:ext>
                  </a:extLst>
                </a:gridCol>
                <a:gridCol w="1024468">
                  <a:extLst>
                    <a:ext uri="{9D8B030D-6E8A-4147-A177-3AD203B41FA5}">
                      <a16:colId xmlns:a16="http://schemas.microsoft.com/office/drawing/2014/main" val="2095976315"/>
                    </a:ext>
                  </a:extLst>
                </a:gridCol>
                <a:gridCol w="641431">
                  <a:extLst>
                    <a:ext uri="{9D8B030D-6E8A-4147-A177-3AD203B41FA5}">
                      <a16:colId xmlns:a16="http://schemas.microsoft.com/office/drawing/2014/main" val="2624893317"/>
                    </a:ext>
                  </a:extLst>
                </a:gridCol>
                <a:gridCol w="8098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918864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686750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5469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40087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Ref CERTU Shipment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Vehicle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i="0" u="none" strike="noStrike" baseline="0" noProof="0">
                          <a:solidFill>
                            <a:srgbClr val="FFFFFF"/>
                          </a:solidFill>
                        </a:rPr>
                        <a:t>Fulfillment Type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ต้นทางจริง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th-TH" sz="1050"/>
                        <a:t>ปลายทางจริง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Qty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Control 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Reference with 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CERTU SH#3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Agent1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CERTU SH#2</a:t>
                      </a:r>
                      <a:endParaRPr lang="en-US" sz="105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96383"/>
                  </a:ext>
                </a:extLst>
              </a:tr>
              <a:tr h="166104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CERTU SH#4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Cross Dock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Hub2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Agent2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TO#2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highlight>
                            <a:srgbClr val="00FFFF"/>
                          </a:highlight>
                        </a:rPr>
                        <a:t>CERTU SH#2</a:t>
                      </a:r>
                      <a:endParaRPr lang="en-US" sz="100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62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039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98FAE-90C8-9B1B-7770-21E5ABDF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4A3055-B623-60CB-277F-2B77D037B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652524"/>
              </p:ext>
            </p:extLst>
          </p:nvPr>
        </p:nvGraphicFramePr>
        <p:xfrm>
          <a:off x="312952" y="923568"/>
          <a:ext cx="11566095" cy="5268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024">
                  <a:extLst>
                    <a:ext uri="{9D8B030D-6E8A-4147-A177-3AD203B41FA5}">
                      <a16:colId xmlns:a16="http://schemas.microsoft.com/office/drawing/2014/main" val="2920366662"/>
                    </a:ext>
                  </a:extLst>
                </a:gridCol>
                <a:gridCol w="1412240">
                  <a:extLst>
                    <a:ext uri="{9D8B030D-6E8A-4147-A177-3AD203B41FA5}">
                      <a16:colId xmlns:a16="http://schemas.microsoft.com/office/drawing/2014/main" val="337783310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645946161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121998970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3370058898"/>
                    </a:ext>
                  </a:extLst>
                </a:gridCol>
                <a:gridCol w="2764991">
                  <a:extLst>
                    <a:ext uri="{9D8B030D-6E8A-4147-A177-3AD203B41FA5}">
                      <a16:colId xmlns:a16="http://schemas.microsoft.com/office/drawing/2014/main" val="2052573818"/>
                    </a:ext>
                  </a:extLst>
                </a:gridCol>
              </a:tblGrid>
              <a:tr h="48867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Cross Docking Inbound Order (CIO)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chemeClr val="bg1"/>
                        </a:solidFill>
                        <a:latin typeface="+mj-lt"/>
                        <a:cs typeface="ThaiBev Sans New" panose="00000500000000000000" pitchFamily="50" charset="-34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chemeClr val="bg1"/>
                        </a:solidFill>
                        <a:latin typeface="+mj-lt"/>
                        <a:cs typeface="ThaiBev Sans New" panose="00000500000000000000" pitchFamily="50" charset="-34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b="1" kern="1200">
                          <a:solidFill>
                            <a:schemeClr val="bg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Cross Docking Outbound Order (COO)</a:t>
                      </a:r>
                      <a:endParaRPr lang="en-US" sz="1600">
                        <a:solidFill>
                          <a:schemeClr val="bg1"/>
                        </a:solidFill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chemeClr val="bg1"/>
                        </a:solidFill>
                        <a:latin typeface="+mj-lt"/>
                        <a:cs typeface="ThaiBev Sans New" panose="00000500000000000000" pitchFamily="50" charset="-34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chemeClr val="bg1"/>
                        </a:solidFill>
                        <a:latin typeface="+mj-lt"/>
                        <a:cs typeface="ThaiBev Sans New" panose="00000500000000000000" pitchFamily="50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0077893"/>
                  </a:ext>
                </a:extLst>
              </a:tr>
              <a:tr h="488672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Step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Header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Detail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Step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Header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Detail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503636"/>
                  </a:ext>
                </a:extLst>
              </a:tr>
              <a:tr h="59124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สร้างเอกสารรับ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NEW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NEW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สร้างเอกสารจ่าย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NEW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109116"/>
                  </a:ext>
                </a:extLst>
              </a:tr>
              <a:tr h="86064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กำลังตรวจรับ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CHECKING / CHECKED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กำลังจับคู่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MATCHED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MIS MATCH (</a:t>
                      </a: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หา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CIO </a:t>
                      </a: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ไม่เจอ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+ CIO </a:t>
                      </a: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ยังไม่เปลี่ยน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Status = CHECKED</a:t>
                      </a: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141742"/>
                  </a:ext>
                </a:extLst>
              </a:tr>
              <a:tr h="59124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รับครบ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CHECKED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CHECKED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CHECKED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จับคู่ครบ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MATCHED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MATCHED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714106"/>
                  </a:ext>
                </a:extLst>
              </a:tr>
              <a:tr h="59124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กำลัง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Pack </a:t>
                      </a: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สินค้าไปที่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IN PACKING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LOADING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MATCHED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989276"/>
                  </a:ext>
                </a:extLst>
              </a:tr>
              <a:tr h="5521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Pack </a:t>
                      </a: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สินค้าไปที่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Container</a:t>
                      </a: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 ครบทั้งหมด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LOADING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LOADING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307784"/>
                  </a:ext>
                </a:extLst>
              </a:tr>
              <a:tr h="5521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นำสินค้าขึ้นรถ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(Loading) </a:t>
                      </a: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เรียบร้อย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CLOSED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CLOSED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นำสินค้าขึ้นรถ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(Loading) </a:t>
                      </a: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เรียบร้อย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CLOSED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CLOSED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674555"/>
                  </a:ext>
                </a:extLst>
              </a:tr>
              <a:tr h="5521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ยกเลิก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CANCELLED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CANCELLED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h-TH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ยกเลิก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CANCELLED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CANCELLED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844032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440A3-6AE8-B873-8D5F-032F7195A6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Cross Docking status tracking</a:t>
            </a:r>
          </a:p>
        </p:txBody>
      </p:sp>
    </p:spTree>
    <p:extLst>
      <p:ext uri="{BB962C8B-B14F-4D97-AF65-F5344CB8AC3E}">
        <p14:creationId xmlns:p14="http://schemas.microsoft.com/office/powerpoint/2010/main" val="4018968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184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C3F32E-EF1A-6CB0-C784-7323F221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361ED2-6BD5-C219-084A-8F43FF1E4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5" y="328180"/>
            <a:ext cx="11603069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84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15513F-7048-BB88-97D6-7B08E84D0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7AED84-F985-196F-7EA6-E80BBBB706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33970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>
                <a:cs typeface="ThaiBev Sans New Black"/>
              </a:rPr>
              <a:t>Glossary of Logistics Terms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2AE1A-9D8B-F927-8733-A9015E901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D0DBF8-D0EA-3F4D-44A8-DF2B33AC5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3E4AB4-716D-4908-BCD2-BFA4CFDEB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565983"/>
              </p:ext>
            </p:extLst>
          </p:nvPr>
        </p:nvGraphicFramePr>
        <p:xfrm>
          <a:off x="436416" y="989860"/>
          <a:ext cx="10805326" cy="1968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066">
                  <a:extLst>
                    <a:ext uri="{9D8B030D-6E8A-4147-A177-3AD203B41FA5}">
                      <a16:colId xmlns:a16="http://schemas.microsoft.com/office/drawing/2014/main" val="398911610"/>
                    </a:ext>
                  </a:extLst>
                </a:gridCol>
                <a:gridCol w="4858688">
                  <a:extLst>
                    <a:ext uri="{9D8B030D-6E8A-4147-A177-3AD203B41FA5}">
                      <a16:colId xmlns:a16="http://schemas.microsoft.com/office/drawing/2014/main" val="1335180095"/>
                    </a:ext>
                  </a:extLst>
                </a:gridCol>
                <a:gridCol w="5235572">
                  <a:extLst>
                    <a:ext uri="{9D8B030D-6E8A-4147-A177-3AD203B41FA5}">
                      <a16:colId xmlns:a16="http://schemas.microsoft.com/office/drawing/2014/main" val="3325648237"/>
                    </a:ext>
                  </a:extLst>
                </a:gridCol>
              </a:tblGrid>
              <a:tr h="60978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441853"/>
                  </a:ext>
                </a:extLst>
              </a:tr>
              <a:tr h="462237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CIO - Cross Dock Inbound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เอกสารรับสินค้า </a:t>
                      </a:r>
                      <a:r>
                        <a:rPr lang="en-US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Cross Dock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8658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COO - Cross Dock Outbound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เอกสารจ่ายสินค้า </a:t>
                      </a:r>
                      <a:r>
                        <a:rPr lang="en-US" sz="18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Cross Dock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135310"/>
                  </a:ext>
                </a:extLst>
              </a:tr>
              <a:tr h="439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CTO - Cross Dock Transfer Order</a:t>
                      </a:r>
                      <a:endParaRPr lang="th-TH" sz="1800" kern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  <a:sym typeface="Wingdings" panose="05000000000000000000" pitchFamily="2" charset="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เอกสารโอนสินค้า 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Cross Dock</a:t>
                      </a:r>
                      <a:endParaRPr lang="th-TH" sz="1800" kern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  <a:sym typeface="Wingdings" panose="05000000000000000000" pitchFamily="2" charset="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565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950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94DDDF-8597-E1F2-2BDB-914E699E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B7D34E-9D4B-40BA-9FCA-18D8D6534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296928"/>
              </p:ext>
            </p:extLst>
          </p:nvPr>
        </p:nvGraphicFramePr>
        <p:xfrm>
          <a:off x="310911" y="832380"/>
          <a:ext cx="11495608" cy="5554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118">
                  <a:extLst>
                    <a:ext uri="{9D8B030D-6E8A-4147-A177-3AD203B41FA5}">
                      <a16:colId xmlns:a16="http://schemas.microsoft.com/office/drawing/2014/main" val="398911610"/>
                    </a:ext>
                  </a:extLst>
                </a:gridCol>
                <a:gridCol w="7584184">
                  <a:extLst>
                    <a:ext uri="{9D8B030D-6E8A-4147-A177-3AD203B41FA5}">
                      <a16:colId xmlns:a16="http://schemas.microsoft.com/office/drawing/2014/main" val="1335180095"/>
                    </a:ext>
                  </a:extLst>
                </a:gridCol>
                <a:gridCol w="3478306">
                  <a:extLst>
                    <a:ext uri="{9D8B030D-6E8A-4147-A177-3AD203B41FA5}">
                      <a16:colId xmlns:a16="http://schemas.microsoft.com/office/drawing/2014/main" val="3103339927"/>
                    </a:ext>
                  </a:extLst>
                </a:gridCol>
              </a:tblGrid>
              <a:tr h="37577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Estimated timeline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441853"/>
                  </a:ext>
                </a:extLst>
              </a:tr>
              <a:tr h="1024615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Phasing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ในการขึ้น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Cross Docking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(TBL / HAVI / SSC)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Operation Process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ใน</a:t>
                      </a:r>
                      <a:r>
                        <a:rPr lang="th-TH" sz="1200" b="0" i="0" u="none" strike="noStrike" kern="1200" noProof="0" err="1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การทำ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Cross Dock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มีกี่แบบยังไงบ้าง</a:t>
                      </a:r>
                    </a:p>
                    <a:p>
                      <a:pPr marL="781035" lvl="1" indent="-171450">
                        <a:buFontTx/>
                        <a:buChar char="-"/>
                      </a:pP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Sorting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ที่ไหน ต้นทาง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/ Hub / Customer drop</a:t>
                      </a:r>
                    </a:p>
                    <a:p>
                      <a:pPr marL="781035" lvl="1" indent="-171450">
                        <a:buFontTx/>
                        <a:buChar char="-"/>
                      </a:pP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งาน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Cross Dock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ไม่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Control stock </a:t>
                      </a:r>
                    </a:p>
                    <a:p>
                      <a:pPr marL="781035" lvl="1" indent="-171450">
                        <a:buFontTx/>
                        <a:buChar char="-"/>
                      </a:pP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มีเบิกสินค้า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Stock Item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เพิ่มเติม</a:t>
                      </a:r>
                      <a:endParaRPr lang="en-US" sz="1200" b="0" i="0" u="none" strike="noStrike" kern="1200" noProof="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865838"/>
                  </a:ext>
                </a:extLst>
              </a:tr>
              <a:tr h="1657439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1 Shipment </a:t>
                      </a:r>
                      <a:r>
                        <a:rPr lang="th-TH" sz="1200" b="0" i="0" u="none" strike="noStrike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มีการเบิกแต่</a:t>
                      </a:r>
                      <a:r>
                        <a:rPr lang="en-US" sz="1200" b="0" i="0" u="none" strike="noStrike" noProof="0" err="1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สินค้า</a:t>
                      </a: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 Cross</a:t>
                      </a:r>
                      <a:r>
                        <a:rPr lang="th-TH" sz="1200" b="0" i="0" u="none" strike="noStrike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 </a:t>
                      </a: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Dock</a:t>
                      </a:r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Matching</a:t>
                      </a:r>
                    </a:p>
                    <a:p>
                      <a:pPr marL="781035" lvl="1" indent="-171450">
                        <a:buFontTx/>
                        <a:buChar char="-"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1 CIO to n COO</a:t>
                      </a:r>
                    </a:p>
                    <a:p>
                      <a:pPr marL="781035" lvl="1" indent="-171450">
                        <a:buFontTx/>
                        <a:buChar char="-"/>
                      </a:pP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n CIO to n COO</a:t>
                      </a:r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Stock</a:t>
                      </a:r>
                    </a:p>
                    <a:p>
                      <a:pPr marL="781035" lvl="1" indent="-171450">
                        <a:buFontTx/>
                        <a:buChar char="-"/>
                      </a:pP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ไม่มี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Stock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เก็บจาก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CIO</a:t>
                      </a:r>
                    </a:p>
                    <a:p>
                      <a:pPr marL="781035" lvl="1" indent="-171450">
                        <a:buFontTx/>
                        <a:buChar char="-"/>
                      </a:pP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ไม่เบิก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Stock item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ไปให้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COO</a:t>
                      </a:r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CIO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และ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COO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ไม่ทำงานในวันเดียวกัน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(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สินค้าค้างที่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Hub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แต่ไม่เอาเข้า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Stock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รอ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COO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มาเบิก อาจจะคนละวันกับ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CIO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ที่รับ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u="sng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Phase 1 </a:t>
                      </a:r>
                    </a:p>
                    <a:p>
                      <a:pPr lvl="0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- DEV &amp; SIT: 12.2025 - 02.2026</a:t>
                      </a:r>
                    </a:p>
                    <a:p>
                      <a:pPr lvl="0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- UAT: Early of 03.2026</a:t>
                      </a:r>
                    </a:p>
                    <a:p>
                      <a:pPr lvl="0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- Go live: Mid of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03.2026</a:t>
                      </a:r>
                      <a:endParaRPr lang="en-US" sz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*** Align with CERTU timeline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717902"/>
                  </a:ext>
                </a:extLst>
              </a:tr>
              <a:tr h="7690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2.1.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สินค้าเสียหายบริหารจัดการอย่างไร</a:t>
                      </a:r>
                      <a:endParaRPr lang="en-US" sz="1200" kern="1200">
                        <a:solidFill>
                          <a:srgbClr val="FF0000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</a:endParaRPr>
                    </a:p>
                    <a:p>
                      <a:pPr marL="171450" marR="0" lvl="0" indent="-17145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เจอสินค้าแตกเสียหายที่ 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Hub</a:t>
                      </a:r>
                    </a:p>
                    <a:p>
                      <a:pPr marL="171450" marR="0" lvl="0" indent="-17145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เจอสินค้าแตกเสียหายที่ 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solidFill>
                          <a:srgbClr val="FF0000"/>
                        </a:solidFill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971747"/>
                  </a:ext>
                </a:extLst>
              </a:tr>
              <a:tr h="7690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2.2.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สินค้าไม่ตรงกัน</a:t>
                      </a:r>
                    </a:p>
                    <a:p>
                      <a:pPr marL="171450" marR="0" lvl="0" indent="-17145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Qty </a:t>
                      </a: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ของ 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CIO &amp; COO </a:t>
                      </a: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ไม่ตรงกัน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 &gt;&gt;&gt; Work around Process ?</a:t>
                      </a:r>
                      <a:endParaRPr lang="th-TH" sz="1200" kern="1200">
                        <a:solidFill>
                          <a:srgbClr val="FF0000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</a:endParaRPr>
                    </a:p>
                    <a:p>
                      <a:pPr marL="171450" marR="0" lvl="0" indent="-17145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Item Code</a:t>
                      </a: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 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CIO &amp; COO </a:t>
                      </a: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ไม่ตรงกัน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 &gt;&gt;&gt; Work around Process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solidFill>
                          <a:srgbClr val="FF0000"/>
                        </a:solidFill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982038"/>
                  </a:ext>
                </a:extLst>
              </a:tr>
              <a:tr h="67888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2.3.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กรณียกเลิก </a:t>
                      </a:r>
                      <a:r>
                        <a:rPr lang="en-US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Order </a:t>
                      </a:r>
                      <a:r>
                        <a:rPr lang="th-TH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จัดการอย่างไร </a:t>
                      </a:r>
                      <a:r>
                        <a:rPr lang="en-US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(Full / Partial Order)</a:t>
                      </a:r>
                    </a:p>
                    <a:p>
                      <a:pPr marL="838185" lvl="1" indent="-228600">
                        <a:buAutoNum type="arabicPeriod"/>
                      </a:pPr>
                      <a:r>
                        <a:rPr lang="th-TH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ยกเลิก </a:t>
                      </a:r>
                      <a:r>
                        <a:rPr lang="en-US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Order </a:t>
                      </a:r>
                      <a:r>
                        <a:rPr lang="th-TH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จากขาย</a:t>
                      </a:r>
                    </a:p>
                    <a:p>
                      <a:pPr marL="838185" lvl="1" indent="-228600">
                        <a:buAutoNum type="arabicPeriod"/>
                      </a:pPr>
                      <a:r>
                        <a:rPr lang="th-TH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ยกเลิกไม่ทำ </a:t>
                      </a:r>
                      <a:r>
                        <a:rPr lang="en-US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Cross Docking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135310"/>
                  </a:ext>
                </a:extLst>
              </a:tr>
              <a:tr h="2794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2.4.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ตรวจสอบ 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Order </a:t>
                      </a: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ค้างส่งของ 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CD </a:t>
                      </a: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ยังไง 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(CDIO &gt;&gt; CDOO ? </a:t>
                      </a: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ดู 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User journey </a:t>
                      </a:r>
                      <a:r>
                        <a:rPr lang="th-TH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การทำงานทีม </a:t>
                      </a:r>
                      <a:r>
                        <a:rPr lang="en-US" sz="1200" kern="1200">
                          <a:solidFill>
                            <a:srgbClr val="FF0000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CS)</a:t>
                      </a:r>
                      <a:endParaRPr lang="en-US" sz="1200" b="0" i="0" u="none" strike="noStrike" kern="1200" noProof="0">
                        <a:solidFill>
                          <a:srgbClr val="FF0000"/>
                        </a:solidFill>
                        <a:latin typeface="ThaiBev Sans New" panose="00000500000000000000" pitchFamily="50" charset="-34"/>
                        <a:ea typeface="+mn-ea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565459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335B9-08B9-6DEC-6E60-FD6FC44F1D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Cross Docking scenario case</a:t>
            </a:r>
          </a:p>
        </p:txBody>
      </p:sp>
    </p:spTree>
    <p:extLst>
      <p:ext uri="{BB962C8B-B14F-4D97-AF65-F5344CB8AC3E}">
        <p14:creationId xmlns:p14="http://schemas.microsoft.com/office/powerpoint/2010/main" val="3144774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29895A-5EF6-00CC-E7C5-01CDF863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CEEBA8-D47D-1986-61FF-DD07F8CE7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363011"/>
              </p:ext>
            </p:extLst>
          </p:nvPr>
        </p:nvGraphicFramePr>
        <p:xfrm>
          <a:off x="310911" y="832380"/>
          <a:ext cx="11495608" cy="2472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118">
                  <a:extLst>
                    <a:ext uri="{9D8B030D-6E8A-4147-A177-3AD203B41FA5}">
                      <a16:colId xmlns:a16="http://schemas.microsoft.com/office/drawing/2014/main" val="398911610"/>
                    </a:ext>
                  </a:extLst>
                </a:gridCol>
                <a:gridCol w="7584184">
                  <a:extLst>
                    <a:ext uri="{9D8B030D-6E8A-4147-A177-3AD203B41FA5}">
                      <a16:colId xmlns:a16="http://schemas.microsoft.com/office/drawing/2014/main" val="1335180095"/>
                    </a:ext>
                  </a:extLst>
                </a:gridCol>
                <a:gridCol w="3478306">
                  <a:extLst>
                    <a:ext uri="{9D8B030D-6E8A-4147-A177-3AD203B41FA5}">
                      <a16:colId xmlns:a16="http://schemas.microsoft.com/office/drawing/2014/main" val="3103339927"/>
                    </a:ext>
                  </a:extLst>
                </a:gridCol>
              </a:tblGrid>
              <a:tr h="36889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Estimated timeline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441853"/>
                  </a:ext>
                </a:extLst>
              </a:tr>
              <a:tr h="75495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1 Shipment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มีการเบิก</a:t>
                      </a:r>
                      <a:r>
                        <a:rPr lang="en-US" sz="1200" b="0" i="0" u="none" strike="noStrike" kern="1200" noProof="0" err="1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สินค้า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 Cross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Dock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+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สินค้า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Stock Item</a:t>
                      </a:r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Stock</a:t>
                      </a:r>
                    </a:p>
                    <a:p>
                      <a:pPr marL="781035" lvl="1" indent="-171450">
                        <a:buFontTx/>
                        <a:buChar char="-"/>
                      </a:pP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เบิกจาก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Stock item ***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ต้องมี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Item master </a:t>
                      </a: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บน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WMS</a:t>
                      </a:r>
                    </a:p>
                    <a:p>
                      <a:pPr marL="781035" lvl="1" indent="-171450">
                        <a:buFontTx/>
                        <a:buChar char="-"/>
                      </a:pPr>
                      <a:r>
                        <a:rPr lang="th-TH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เบิกสินค้าจาก 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Phase 2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135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งาน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Cross Dock </a:t>
                      </a: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จะเหลือ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Stock </a:t>
                      </a: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แล้วเก็บเข้าคลัง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WMS</a:t>
                      </a: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 หรือไม่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Phase 2 ?</a:t>
                      </a:r>
                      <a:endParaRPr lang="en-US" sz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565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มีการทำงาน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Cross Dock </a:t>
                      </a: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แบบ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Multi Hub </a:t>
                      </a: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หรือไม่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 </a:t>
                      </a: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เช่น</a:t>
                      </a:r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SSC Prathum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 Hub 1</a:t>
                      </a:r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Hub 1  Hub 2</a:t>
                      </a:r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Hub 2  Agent</a:t>
                      </a:r>
                    </a:p>
                    <a:p>
                      <a:pPr marL="0" lv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*** Hub 2 </a:t>
                      </a: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จะมีการเก็บ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 เบิก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Stock item </a:t>
                      </a:r>
                      <a:r>
                        <a:rPr lang="th-TH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  <a:sym typeface="Wingdings" panose="05000000000000000000" pitchFamily="2" charset="2"/>
                        </a:rPr>
                        <a:t>มั้ย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ThaiBev Sans New" panose="00000500000000000000" pitchFamily="50" charset="-34"/>
                          <a:ea typeface="+mn-ea"/>
                          <a:cs typeface="ThaiBev Sans New" panose="00000500000000000000" pitchFamily="50" charset="-34"/>
                        </a:rPr>
                        <a:t>Phase 3 ?</a:t>
                      </a:r>
                      <a:endParaRPr lang="en-US" sz="1200">
                        <a:solidFill>
                          <a:schemeClr val="tx1"/>
                        </a:solidFill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981157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368B3-F64D-6A22-2477-5CC24F9B87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Cross Docking scenario case</a:t>
            </a:r>
          </a:p>
        </p:txBody>
      </p:sp>
    </p:spTree>
    <p:extLst>
      <p:ext uri="{BB962C8B-B14F-4D97-AF65-F5344CB8AC3E}">
        <p14:creationId xmlns:p14="http://schemas.microsoft.com/office/powerpoint/2010/main" val="2650115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C7CECA-0984-D490-6DAC-76AAA925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90FFE-2EF8-F4B8-2619-10916A046A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Cross Docking Operation use case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0FBE12-9075-9FB4-A7BB-418D1C0530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" t="9824" r="5655" b="1487"/>
          <a:stretch>
            <a:fillRect/>
          </a:stretch>
        </p:blipFill>
        <p:spPr bwMode="auto">
          <a:xfrm>
            <a:off x="980283" y="933248"/>
            <a:ext cx="9381003" cy="465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791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6B76B22-B6AB-B31E-F493-60783FDC1EDC}"/>
              </a:ext>
            </a:extLst>
          </p:cNvPr>
          <p:cNvGrpSpPr/>
          <p:nvPr/>
        </p:nvGrpSpPr>
        <p:grpSpPr>
          <a:xfrm>
            <a:off x="310910" y="1506149"/>
            <a:ext cx="11435939" cy="3845702"/>
            <a:chOff x="0" y="1506149"/>
            <a:chExt cx="11435939" cy="3845702"/>
          </a:xfrm>
        </p:grpSpPr>
        <p:pic>
          <p:nvPicPr>
            <p:cNvPr id="6" name="Picture 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AD11C9F-6BE9-37DE-3510-E153E1CC5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0000"/>
            <a:stretch>
              <a:fillRect/>
            </a:stretch>
          </p:blipFill>
          <p:spPr>
            <a:xfrm>
              <a:off x="0" y="1506149"/>
              <a:ext cx="11435939" cy="384570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7B1CAC-89D7-CA11-0692-351E787A4BA2}"/>
                </a:ext>
              </a:extLst>
            </p:cNvPr>
            <p:cNvSpPr/>
            <p:nvPr/>
          </p:nvSpPr>
          <p:spPr>
            <a:xfrm>
              <a:off x="231398" y="1637043"/>
              <a:ext cx="2621796" cy="3583913"/>
            </a:xfrm>
            <a:prstGeom prst="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4AFE25-F42F-F5C8-FF70-E829B0D8A6A6}"/>
                </a:ext>
              </a:extLst>
            </p:cNvPr>
            <p:cNvSpPr/>
            <p:nvPr/>
          </p:nvSpPr>
          <p:spPr>
            <a:xfrm>
              <a:off x="3048989" y="1637043"/>
              <a:ext cx="2621796" cy="3583913"/>
            </a:xfrm>
            <a:prstGeom prst="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E71F0A-A54B-183E-6E27-E9291F4F3DB8}"/>
                </a:ext>
              </a:extLst>
            </p:cNvPr>
            <p:cNvSpPr/>
            <p:nvPr/>
          </p:nvSpPr>
          <p:spPr>
            <a:xfrm>
              <a:off x="5866580" y="1637043"/>
              <a:ext cx="2621796" cy="3583913"/>
            </a:xfrm>
            <a:prstGeom prst="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5FA5ED-98D2-4DFC-A882-11B977B65CCE}"/>
                </a:ext>
              </a:extLst>
            </p:cNvPr>
            <p:cNvSpPr/>
            <p:nvPr/>
          </p:nvSpPr>
          <p:spPr>
            <a:xfrm>
              <a:off x="8651259" y="1637043"/>
              <a:ext cx="2621796" cy="3583913"/>
            </a:xfrm>
            <a:prstGeom prst="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11CBCE26-7F23-8394-2122-79FFBA578689}"/>
              </a:ext>
            </a:extLst>
          </p:cNvPr>
          <p:cNvGraphicFramePr/>
          <p:nvPr/>
        </p:nvGraphicFramePr>
        <p:xfrm>
          <a:off x="459520" y="5482745"/>
          <a:ext cx="11435939" cy="339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9E07224-3C2B-0402-EB76-B796434D44A5}"/>
              </a:ext>
            </a:extLst>
          </p:cNvPr>
          <p:cNvSpPr/>
          <p:nvPr/>
        </p:nvSpPr>
        <p:spPr>
          <a:xfrm>
            <a:off x="315802" y="1454468"/>
            <a:ext cx="453012" cy="453012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A18A523-F824-091B-F4B2-12F88CB0D3A8}"/>
              </a:ext>
            </a:extLst>
          </p:cNvPr>
          <p:cNvSpPr/>
          <p:nvPr/>
        </p:nvSpPr>
        <p:spPr>
          <a:xfrm>
            <a:off x="3213608" y="1454468"/>
            <a:ext cx="453012" cy="453012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F9BAD4B-1981-F830-B2AB-91E94166F034}"/>
              </a:ext>
            </a:extLst>
          </p:cNvPr>
          <p:cNvSpPr/>
          <p:nvPr/>
        </p:nvSpPr>
        <p:spPr>
          <a:xfrm>
            <a:off x="6031199" y="1454468"/>
            <a:ext cx="453012" cy="453012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2F1FC5D-175C-32C4-814E-DE806CD53279}"/>
              </a:ext>
            </a:extLst>
          </p:cNvPr>
          <p:cNvSpPr/>
          <p:nvPr/>
        </p:nvSpPr>
        <p:spPr>
          <a:xfrm>
            <a:off x="8889024" y="1454468"/>
            <a:ext cx="453012" cy="453012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E29DC-AA1F-3076-3004-4B965C0B2A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Mock up Screen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8B0AA62-C1EB-4843-328F-1055331FB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Packing - Cross Dock Outbound Order (1 of 2)</a:t>
            </a:r>
          </a:p>
        </p:txBody>
      </p:sp>
    </p:spTree>
    <p:extLst>
      <p:ext uri="{BB962C8B-B14F-4D97-AF65-F5344CB8AC3E}">
        <p14:creationId xmlns:p14="http://schemas.microsoft.com/office/powerpoint/2010/main" val="1124819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6DF84F-CE39-7D00-9508-6A2D21E0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0BD577-10B6-F850-67A9-05868DCD2E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9800"/>
          <a:stretch>
            <a:fillRect/>
          </a:stretch>
        </p:blipFill>
        <p:spPr>
          <a:xfrm>
            <a:off x="0" y="1506149"/>
            <a:ext cx="45719" cy="384570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FEB7872-A1F8-C7C4-2F56-1450F0C3B2AE}"/>
              </a:ext>
            </a:extLst>
          </p:cNvPr>
          <p:cNvGrpSpPr/>
          <p:nvPr/>
        </p:nvGrpSpPr>
        <p:grpSpPr>
          <a:xfrm>
            <a:off x="104120" y="1410299"/>
            <a:ext cx="11983760" cy="4037401"/>
            <a:chOff x="104120" y="1410299"/>
            <a:chExt cx="11983760" cy="4037401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63A7798-C32C-6BA6-E8D5-A1F2E3068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816" r="277"/>
            <a:stretch>
              <a:fillRect/>
            </a:stretch>
          </p:blipFill>
          <p:spPr>
            <a:xfrm>
              <a:off x="104120" y="1410299"/>
              <a:ext cx="11983760" cy="4037401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8EF166-9B6C-0098-A9B8-274D3C51D46D}"/>
                </a:ext>
              </a:extLst>
            </p:cNvPr>
            <p:cNvSpPr/>
            <p:nvPr/>
          </p:nvSpPr>
          <p:spPr>
            <a:xfrm>
              <a:off x="310910" y="1637042"/>
              <a:ext cx="2621796" cy="3583913"/>
            </a:xfrm>
            <a:prstGeom prst="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278013-C77F-F7D9-20F3-2CF8A7325CE2}"/>
                </a:ext>
              </a:extLst>
            </p:cNvPr>
            <p:cNvSpPr/>
            <p:nvPr/>
          </p:nvSpPr>
          <p:spPr>
            <a:xfrm>
              <a:off x="3312408" y="1637042"/>
              <a:ext cx="2621796" cy="3583913"/>
            </a:xfrm>
            <a:prstGeom prst="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AD09CE-4248-B3FC-78CE-B019F5526D51}"/>
                </a:ext>
              </a:extLst>
            </p:cNvPr>
            <p:cNvSpPr/>
            <p:nvPr/>
          </p:nvSpPr>
          <p:spPr>
            <a:xfrm>
              <a:off x="6257798" y="1637042"/>
              <a:ext cx="2621796" cy="3583913"/>
            </a:xfrm>
            <a:prstGeom prst="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FBA2A9-D0ED-EBDD-F291-9FEA27D47245}"/>
                </a:ext>
              </a:extLst>
            </p:cNvPr>
            <p:cNvSpPr/>
            <p:nvPr/>
          </p:nvSpPr>
          <p:spPr>
            <a:xfrm>
              <a:off x="9172839" y="1637042"/>
              <a:ext cx="2621796" cy="3583913"/>
            </a:xfrm>
            <a:prstGeom prst="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44212D61-0D2D-059C-DB33-EEF7BC1465BB}"/>
              </a:ext>
            </a:extLst>
          </p:cNvPr>
          <p:cNvGraphicFramePr/>
          <p:nvPr/>
        </p:nvGraphicFramePr>
        <p:xfrm>
          <a:off x="459520" y="5482745"/>
          <a:ext cx="11435939" cy="339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" name="Oval 20">
            <a:extLst>
              <a:ext uri="{FF2B5EF4-FFF2-40B4-BE49-F238E27FC236}">
                <a16:creationId xmlns:a16="http://schemas.microsoft.com/office/drawing/2014/main" id="{E7E3F2B7-7580-9105-CC7B-761CBC54856E}"/>
              </a:ext>
            </a:extLst>
          </p:cNvPr>
          <p:cNvSpPr/>
          <p:nvPr/>
        </p:nvSpPr>
        <p:spPr>
          <a:xfrm>
            <a:off x="104120" y="1468046"/>
            <a:ext cx="453012" cy="453012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CE7284-32A2-A498-D8E2-7B7217367825}"/>
              </a:ext>
            </a:extLst>
          </p:cNvPr>
          <p:cNvSpPr/>
          <p:nvPr/>
        </p:nvSpPr>
        <p:spPr>
          <a:xfrm>
            <a:off x="3104077" y="1468046"/>
            <a:ext cx="453012" cy="453012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11EEE14-A999-B942-6010-D90A7B58AF4D}"/>
              </a:ext>
            </a:extLst>
          </p:cNvPr>
          <p:cNvSpPr/>
          <p:nvPr/>
        </p:nvSpPr>
        <p:spPr>
          <a:xfrm>
            <a:off x="6087400" y="1506149"/>
            <a:ext cx="453012" cy="453012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7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AF7C768-8CCB-1519-CBB0-088E61DAB83E}"/>
              </a:ext>
            </a:extLst>
          </p:cNvPr>
          <p:cNvSpPr/>
          <p:nvPr/>
        </p:nvSpPr>
        <p:spPr>
          <a:xfrm>
            <a:off x="8976682" y="1464455"/>
            <a:ext cx="453012" cy="453012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8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1E862F4-2AFB-29EE-8E93-B083E8C995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Mock up Screen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0CFBE1-2041-FE89-0642-EC0B40DCC5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Packing – Cross Dock Outbound Order (2 of 2)</a:t>
            </a:r>
          </a:p>
        </p:txBody>
      </p:sp>
    </p:spTree>
    <p:extLst>
      <p:ext uri="{BB962C8B-B14F-4D97-AF65-F5344CB8AC3E}">
        <p14:creationId xmlns:p14="http://schemas.microsoft.com/office/powerpoint/2010/main" val="2797666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C34712-66B9-28DB-7576-B0EEF40569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System features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1D597-0CFC-BFFA-B0B4-8F461B568E6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AAD4DC-AD64-9638-1EF9-15606543A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24076"/>
              </p:ext>
            </p:extLst>
          </p:nvPr>
        </p:nvGraphicFramePr>
        <p:xfrm>
          <a:off x="344916" y="1391773"/>
          <a:ext cx="10707397" cy="4886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1643088431"/>
                    </a:ext>
                  </a:extLst>
                </a:gridCol>
                <a:gridCol w="2154804">
                  <a:extLst>
                    <a:ext uri="{9D8B030D-6E8A-4147-A177-3AD203B41FA5}">
                      <a16:colId xmlns:a16="http://schemas.microsoft.com/office/drawing/2014/main" val="2414546500"/>
                    </a:ext>
                  </a:extLst>
                </a:gridCol>
                <a:gridCol w="3669443">
                  <a:extLst>
                    <a:ext uri="{9D8B030D-6E8A-4147-A177-3AD203B41FA5}">
                      <a16:colId xmlns:a16="http://schemas.microsoft.com/office/drawing/2014/main" val="217573674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715176444"/>
                    </a:ext>
                  </a:extLst>
                </a:gridCol>
              </a:tblGrid>
              <a:tr h="63437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No.</a:t>
                      </a:r>
                      <a:endParaRPr lang="en-US" sz="28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Feature Category</a:t>
                      </a:r>
                    </a:p>
                  </a:txBody>
                  <a:tcPr marL="45045" marR="45045" marT="22522" marB="2252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Feature Description</a:t>
                      </a:r>
                    </a:p>
                  </a:txBody>
                  <a:tcPr marL="45045" marR="45045" marT="22522" marB="2252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Remark</a:t>
                      </a:r>
                      <a:endParaRPr lang="en-US" sz="1200" b="1"/>
                    </a:p>
                  </a:txBody>
                  <a:tcPr marL="45045" marR="45045" marT="22522" marB="22522" anchor="ctr"/>
                </a:tc>
                <a:extLst>
                  <a:ext uri="{0D108BD9-81ED-4DB2-BD59-A6C34878D82A}">
                    <a16:rowId xmlns:a16="http://schemas.microsoft.com/office/drawing/2014/main" val="3484649633"/>
                  </a:ext>
                </a:extLst>
              </a:tr>
              <a:tr h="51782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User Login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Authentication by </a:t>
                      </a:r>
                      <a:r>
                        <a:rPr lang="en-US" sz="1400" err="1"/>
                        <a:t>TechServ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053333"/>
                  </a:ext>
                </a:extLst>
              </a:tr>
              <a:tr h="51782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Role-Based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Access Menu and Hub by authorization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738489"/>
                  </a:ext>
                </a:extLst>
              </a:tr>
              <a:tr h="51782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Integration</a:t>
                      </a:r>
                      <a:endParaRPr lang="en-US" sz="14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API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357106"/>
                  </a:ext>
                </a:extLst>
              </a:tr>
              <a:tr h="5178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4</a:t>
                      </a:r>
                      <a:endParaRPr lang="en-US" sz="28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Integration</a:t>
                      </a:r>
                      <a:endParaRPr lang="en-US" sz="28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Kafka</a:t>
                      </a:r>
                      <a:endParaRPr lang="en-US" sz="14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918031"/>
                  </a:ext>
                </a:extLst>
              </a:tr>
              <a:tr h="51781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5</a:t>
                      </a:r>
                      <a:endParaRPr lang="en-US" sz="28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Operation</a:t>
                      </a:r>
                      <a:endParaRPr lang="en-US" sz="14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Manual Process</a:t>
                      </a:r>
                      <a:r>
                        <a:rPr lang="th-TH" sz="1400"/>
                        <a:t> 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Import CIO and COO manual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725802"/>
                  </a:ext>
                </a:extLst>
              </a:tr>
              <a:tr h="51782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6</a:t>
                      </a:r>
                      <a:endParaRPr lang="en-US" sz="28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Operation</a:t>
                      </a:r>
                      <a:endParaRPr lang="en-US" sz="14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Auto Job 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Job auto matching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836796"/>
                  </a:ext>
                </a:extLst>
              </a:tr>
              <a:tr h="5723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7</a:t>
                      </a:r>
                      <a:endParaRPr lang="en-US" sz="28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Platform Web</a:t>
                      </a:r>
                      <a:endParaRPr lang="en-US" sz="28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th-TH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หน้าจอ </a:t>
                      </a: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Monitor </a:t>
                      </a:r>
                      <a:r>
                        <a:rPr lang="th-TH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เรียกดูเอกสาร </a:t>
                      </a: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CIO, COO </a:t>
                      </a:r>
                      <a:r>
                        <a:rPr lang="th-TH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และหน้าการจัดการเกลี่ย </a:t>
                      </a: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Order</a:t>
                      </a:r>
                      <a:r>
                        <a:rPr lang="th-TH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 </a:t>
                      </a: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37699"/>
                  </a:ext>
                </a:extLst>
              </a:tr>
              <a:tr h="57237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8</a:t>
                      </a:r>
                      <a:endParaRPr lang="en-US" sz="28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Platform 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หน้าจอการทำงานผ่าน </a:t>
                      </a:r>
                      <a:r>
                        <a:rPr lang="en-US" sz="1400">
                          <a:latin typeface="ThaiBev Sans New" panose="00000500000000000000" pitchFamily="50" charset="-34"/>
                          <a:cs typeface="ThaiBev Sans New" panose="00000500000000000000" pitchFamily="50" charset="-34"/>
                        </a:rPr>
                        <a:t>Mobile Device Receiving, Packing, Loading and Cancelling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latin typeface="ThaiBev Sans New" panose="00000500000000000000" pitchFamily="50" charset="-34"/>
                        <a:cs typeface="ThaiBev Sans New" panose="00000500000000000000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985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8805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E85849-4433-DC0D-8B91-07614D00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AC1D74-D127-EB62-A39B-91E4ADA4C9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9928442" cy="536361"/>
          </a:xfrm>
        </p:spPr>
        <p:txBody>
          <a:bodyPr vert="horz" lIns="91440" tIns="45720" rIns="91440" bIns="45720" anchor="t"/>
          <a:lstStyle/>
          <a:p>
            <a:r>
              <a:rPr lang="en-US"/>
              <a:t>Phase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CC0AA-B07E-C47C-F5F2-C07FCB6C14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anchor="t"/>
          <a:lstStyle/>
          <a:p>
            <a:r>
              <a:rPr lang="en-US">
                <a:cs typeface="ThaiBev Sans New SemiBold"/>
              </a:rPr>
              <a:t>Scope for Cross Docking System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71B569-F3B9-CB3B-79D8-285369785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007835"/>
              </p:ext>
            </p:extLst>
          </p:nvPr>
        </p:nvGraphicFramePr>
        <p:xfrm>
          <a:off x="448603" y="1438275"/>
          <a:ext cx="9571698" cy="333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385">
                  <a:extLst>
                    <a:ext uri="{9D8B030D-6E8A-4147-A177-3AD203B41FA5}">
                      <a16:colId xmlns:a16="http://schemas.microsoft.com/office/drawing/2014/main" val="3388156586"/>
                    </a:ext>
                  </a:extLst>
                </a:gridCol>
                <a:gridCol w="5804452">
                  <a:extLst>
                    <a:ext uri="{9D8B030D-6E8A-4147-A177-3AD203B41FA5}">
                      <a16:colId xmlns:a16="http://schemas.microsoft.com/office/drawing/2014/main" val="3735105539"/>
                    </a:ext>
                  </a:extLst>
                </a:gridCol>
                <a:gridCol w="3070861">
                  <a:extLst>
                    <a:ext uri="{9D8B030D-6E8A-4147-A177-3AD203B41FA5}">
                      <a16:colId xmlns:a16="http://schemas.microsoft.com/office/drawing/2014/main" val="518868595"/>
                    </a:ext>
                  </a:extLst>
                </a:gridCol>
              </a:tblGrid>
              <a:tr h="4824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>
                          <a:latin typeface="+mj-lt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>
                          <a:latin typeface="+mj-lt"/>
                        </a:rPr>
                        <a:t>Detail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>
                          <a:latin typeface="+mj-lt"/>
                        </a:rPr>
                        <a:t>Phase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385502"/>
                  </a:ext>
                </a:extLst>
              </a:tr>
              <a:tr h="52719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Process Cancel CIO and COO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Phase #1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262184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/>
                        <a:t>Process Partial Receipt and Pack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Phase #1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082950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Process Gen ASN from Temp Area to Warehouse (WMS)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759373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Process CTO (Cross Dock Transfer Order)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aiBev Sans New"/>
                          <a:ea typeface="+mn-ea"/>
                          <a:cs typeface="ThaiBev Sans New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487506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Process </a:t>
                      </a:r>
                      <a:r>
                        <a:rPr lang="th-TH" sz="1400"/>
                        <a:t>การ </a:t>
                      </a:r>
                      <a:r>
                        <a:rPr lang="en-US" sz="1400"/>
                        <a:t>Tracking Code Date (</a:t>
                      </a:r>
                      <a:r>
                        <a:rPr lang="th-TH" sz="1400"/>
                        <a:t>กรณี </a:t>
                      </a:r>
                      <a:r>
                        <a:rPr lang="en-US" sz="1400"/>
                        <a:t>Pack </a:t>
                      </a:r>
                      <a:r>
                        <a:rPr lang="th-TH" sz="1400"/>
                        <a:t>สินค้าจ่ายไปแต่ละลูกค้า)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aiBev Sans New"/>
                          <a:ea typeface="+mn-ea"/>
                          <a:cs typeface="ThaiBev Sans New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594487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Process Cancel Additional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aiBev Sans New"/>
                          <a:ea typeface="+mn-ea"/>
                          <a:cs typeface="ThaiBev Sans New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0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7775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6484A9-3E9D-0282-E04D-296E288961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6125" y="2922495"/>
            <a:ext cx="10719749" cy="1427040"/>
          </a:xfrm>
        </p:spPr>
        <p:txBody>
          <a:bodyPr anchor="ctr"/>
          <a:lstStyle/>
          <a:p>
            <a:pPr algn="ctr"/>
            <a:r>
              <a:rPr lang="en-US" sz="600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416275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7FE78E-690E-E1C5-A803-273C050040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93040"/>
            <a:ext cx="9928442" cy="536361"/>
          </a:xfrm>
        </p:spPr>
        <p:txBody>
          <a:bodyPr vert="horz" lIns="91440" tIns="45720" rIns="91440" bIns="45720" anchor="t"/>
          <a:lstStyle/>
          <a:p>
            <a:r>
              <a:rPr lang="en-US">
                <a:cs typeface="ThaiBev Sans New Black"/>
              </a:rPr>
              <a:t>Concern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594D9-6CA9-4B55-2B03-078FCE5E95F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anchor="t"/>
          <a:lstStyle/>
          <a:p>
            <a:r>
              <a:rPr lang="en-US">
                <a:cs typeface="ThaiBev Sans New SemiBold"/>
              </a:rPr>
              <a:t>Out of Scope for Cross Docking System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A7746-2CA1-2A7C-AB19-F714C6E7132A}"/>
              </a:ext>
            </a:extLst>
          </p:cNvPr>
          <p:cNvGraphicFramePr>
            <a:graphicFrameLocks noGrp="1"/>
          </p:cNvGraphicFramePr>
          <p:nvPr/>
        </p:nvGraphicFramePr>
        <p:xfrm>
          <a:off x="448603" y="1438275"/>
          <a:ext cx="9571697" cy="2406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222">
                  <a:extLst>
                    <a:ext uri="{9D8B030D-6E8A-4147-A177-3AD203B41FA5}">
                      <a16:colId xmlns:a16="http://schemas.microsoft.com/office/drawing/2014/main" val="3388156586"/>
                    </a:ext>
                  </a:extLst>
                </a:gridCol>
                <a:gridCol w="8753475">
                  <a:extLst>
                    <a:ext uri="{9D8B030D-6E8A-4147-A177-3AD203B41FA5}">
                      <a16:colId xmlns:a16="http://schemas.microsoft.com/office/drawing/2014/main" val="3735105539"/>
                    </a:ext>
                  </a:extLst>
                </a:gridCol>
              </a:tblGrid>
              <a:tr h="4824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>
                          <a:latin typeface="+mj-lt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>
                          <a:latin typeface="+mj-lt"/>
                        </a:rPr>
                        <a:t>Detail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385502"/>
                  </a:ext>
                </a:extLst>
              </a:tr>
              <a:tr h="52719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Order Cross Dock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+mj-lt"/>
                        </a:rPr>
                        <a:t>มาจาก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+mj-lt"/>
                        </a:rPr>
                        <a:t>Certu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+mj-lt"/>
                        </a:rPr>
                        <a:t>เสมอ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262184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Order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+mj-lt"/>
                        </a:rPr>
                        <a:t>ต้องเป็น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 Cross Dock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+mj-lt"/>
                        </a:rPr>
                        <a:t>ทั้งใบ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082950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Order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+mj-lt"/>
                        </a:rPr>
                        <a:t>เข้า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 100 item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+mj-lt"/>
                        </a:rPr>
                        <a:t>จะ</a:t>
                      </a:r>
                      <a:r>
                        <a:rPr lang="th-TH" sz="14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ต้อง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+mj-lt"/>
                        </a:rPr>
                        <a:t>ตัดออก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 100 item 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+mj-lt"/>
                        </a:rPr>
                        <a:t>เสมอ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759373"/>
                  </a:ext>
                </a:extLst>
              </a:tr>
              <a:tr h="46566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latin typeface="+mj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noProof="0" err="1">
                          <a:latin typeface="+mj-lt"/>
                        </a:rPr>
                        <a:t>ไม่เชื่อมต่อกับระบบ</a:t>
                      </a:r>
                      <a:r>
                        <a:rPr lang="en-US" sz="1400" b="0" i="0" u="none" strike="noStrike" noProof="0">
                          <a:latin typeface="+mj-lt"/>
                        </a:rPr>
                        <a:t> Transport </a:t>
                      </a:r>
                      <a:r>
                        <a:rPr lang="en-US" sz="1400" b="0" i="0" u="none" strike="noStrike" noProof="0" err="1">
                          <a:latin typeface="+mj-lt"/>
                        </a:rPr>
                        <a:t>ของ</a:t>
                      </a:r>
                      <a:r>
                        <a:rPr lang="en-US" sz="1400" b="0" i="0" u="none" strike="noStrike" noProof="0">
                          <a:latin typeface="+mj-lt"/>
                        </a:rPr>
                        <a:t> </a:t>
                      </a:r>
                      <a:r>
                        <a:rPr lang="en-US" sz="1400" b="0" i="0" u="none" strike="noStrike" noProof="0" err="1">
                          <a:latin typeface="+mj-lt"/>
                        </a:rPr>
                        <a:t>Thaibev</a:t>
                      </a:r>
                      <a:endParaRPr lang="en-US" sz="1400" b="0" i="0" u="none" strike="noStrike" noProof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487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4423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EB27794-DC09-9061-69E6-3B0AC9952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CAA48-F88F-8EF7-F5E9-E6EDAC88080E}"/>
              </a:ext>
            </a:extLst>
          </p:cNvPr>
          <p:cNvSpPr txBox="1"/>
          <p:nvPr/>
        </p:nvSpPr>
        <p:spPr>
          <a:xfrm>
            <a:off x="104677" y="6141203"/>
            <a:ext cx="54771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0070C0"/>
                </a:solidFill>
                <a:hlinkClick r:id="rId2"/>
              </a:rPr>
              <a:t>https://miro.com/app/board/uXjVJ9h9F5M=/?moveToWidget=3458764644635496543&amp;cot=14</a:t>
            </a:r>
            <a:r>
              <a:rPr lang="en-US" sz="1000">
                <a:solidFill>
                  <a:srgbClr val="0070C0"/>
                </a:solidFill>
              </a:rPr>
              <a:t>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903B89-C2EF-0EF7-6FBC-16565B01AB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7930765"/>
              </p:ext>
            </p:extLst>
          </p:nvPr>
        </p:nvGraphicFramePr>
        <p:xfrm>
          <a:off x="647182" y="763403"/>
          <a:ext cx="11182591" cy="716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2" name="Diagram 71">
            <a:extLst>
              <a:ext uri="{FF2B5EF4-FFF2-40B4-BE49-F238E27FC236}">
                <a16:creationId xmlns:a16="http://schemas.microsoft.com/office/drawing/2014/main" id="{43EC9286-87F5-8C35-0820-889859CDE9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5356978"/>
              </p:ext>
            </p:extLst>
          </p:nvPr>
        </p:nvGraphicFramePr>
        <p:xfrm>
          <a:off x="159026" y="1582309"/>
          <a:ext cx="403465" cy="48663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BF72A6FB-DFC8-C83B-1FED-DF9C02234B45}"/>
              </a:ext>
            </a:extLst>
          </p:cNvPr>
          <p:cNvSpPr/>
          <p:nvPr/>
        </p:nvSpPr>
        <p:spPr>
          <a:xfrm>
            <a:off x="8609895" y="4740846"/>
            <a:ext cx="1164833" cy="490277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Auto  </a:t>
            </a:r>
          </a:p>
          <a:p>
            <a:pPr algn="ctr"/>
            <a:r>
              <a:rPr lang="en-US" sz="800">
                <a:latin typeface="+mj-lt"/>
              </a:rPr>
              <a:t>Matching COO &amp; CIO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DAA621A9-768E-C5A1-4DD4-B1F905852622}"/>
              </a:ext>
            </a:extLst>
          </p:cNvPr>
          <p:cNvSpPr/>
          <p:nvPr/>
        </p:nvSpPr>
        <p:spPr>
          <a:xfrm>
            <a:off x="10372986" y="4738057"/>
            <a:ext cx="824583" cy="490276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Sorting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D1DAEC0E-0938-E676-2435-44D629996ECA}"/>
              </a:ext>
            </a:extLst>
          </p:cNvPr>
          <p:cNvSpPr txBox="1"/>
          <p:nvPr/>
        </p:nvSpPr>
        <p:spPr>
          <a:xfrm>
            <a:off x="8206565" y="6128597"/>
            <a:ext cx="2383153" cy="158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chemeClr val="tx1">
                    <a:lumMod val="50000"/>
                    <a:lumOff val="50000"/>
                  </a:schemeClr>
                </a:solidFill>
                <a:latin typeface="Kanit Light"/>
              </a:rPr>
              <a:t>Stamp Actual Ship Date Time</a:t>
            </a:r>
          </a:p>
        </p:txBody>
      </p:sp>
      <p:cxnSp>
        <p:nvCxnSpPr>
          <p:cNvPr id="369" name="Straight Arrow Connector 368">
            <a:extLst>
              <a:ext uri="{FF2B5EF4-FFF2-40B4-BE49-F238E27FC236}">
                <a16:creationId xmlns:a16="http://schemas.microsoft.com/office/drawing/2014/main" id="{8529EE7A-78F2-27BA-9BEB-B1137F84DCEC}"/>
              </a:ext>
            </a:extLst>
          </p:cNvPr>
          <p:cNvCxnSpPr>
            <a:cxnSpLocks/>
            <a:stCxn id="209" idx="3"/>
            <a:endCxn id="258" idx="1"/>
          </p:cNvCxnSpPr>
          <p:nvPr/>
        </p:nvCxnSpPr>
        <p:spPr>
          <a:xfrm flipV="1">
            <a:off x="9774728" y="4983195"/>
            <a:ext cx="598258" cy="279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74CFB242-090C-2EF4-AD5A-7C5FF6EA5373}"/>
              </a:ext>
            </a:extLst>
          </p:cNvPr>
          <p:cNvCxnSpPr>
            <a:cxnSpLocks/>
            <a:stCxn id="258" idx="2"/>
            <a:endCxn id="457" idx="0"/>
          </p:cNvCxnSpPr>
          <p:nvPr/>
        </p:nvCxnSpPr>
        <p:spPr>
          <a:xfrm>
            <a:off x="10785278" y="5228333"/>
            <a:ext cx="0" cy="23042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Rectangle: Rounded Corners 380">
            <a:extLst>
              <a:ext uri="{FF2B5EF4-FFF2-40B4-BE49-F238E27FC236}">
                <a16:creationId xmlns:a16="http://schemas.microsoft.com/office/drawing/2014/main" id="{44A7067E-591B-A9FE-6D18-0A1D427297F5}"/>
              </a:ext>
            </a:extLst>
          </p:cNvPr>
          <p:cNvSpPr/>
          <p:nvPr/>
        </p:nvSpPr>
        <p:spPr>
          <a:xfrm>
            <a:off x="10372986" y="6042601"/>
            <a:ext cx="824583" cy="443423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Confirm Load</a:t>
            </a:r>
          </a:p>
        </p:txBody>
      </p: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6D4F6330-9C1A-5546-9721-4766F9260A18}"/>
              </a:ext>
            </a:extLst>
          </p:cNvPr>
          <p:cNvCxnSpPr>
            <a:cxnSpLocks/>
            <a:stCxn id="457" idx="2"/>
            <a:endCxn id="381" idx="0"/>
          </p:cNvCxnSpPr>
          <p:nvPr/>
        </p:nvCxnSpPr>
        <p:spPr>
          <a:xfrm>
            <a:off x="10785278" y="5902185"/>
            <a:ext cx="0" cy="14041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D7C2F033-E457-D303-CA9B-8361D747253F}"/>
              </a:ext>
            </a:extLst>
          </p:cNvPr>
          <p:cNvCxnSpPr>
            <a:cxnSpLocks/>
          </p:cNvCxnSpPr>
          <p:nvPr/>
        </p:nvCxnSpPr>
        <p:spPr>
          <a:xfrm>
            <a:off x="159026" y="3532766"/>
            <a:ext cx="11670747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Rectangle: Rounded Corners 427">
            <a:extLst>
              <a:ext uri="{FF2B5EF4-FFF2-40B4-BE49-F238E27FC236}">
                <a16:creationId xmlns:a16="http://schemas.microsoft.com/office/drawing/2014/main" id="{59515234-FF7C-0CCE-89BC-C0FEFFD8AD9D}"/>
              </a:ext>
            </a:extLst>
          </p:cNvPr>
          <p:cNvSpPr/>
          <p:nvPr/>
        </p:nvSpPr>
        <p:spPr>
          <a:xfrm>
            <a:off x="3233925" y="5212296"/>
            <a:ext cx="1078234" cy="516808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Cross Dock Outbound Order (COO)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A5D475C-FEF9-2420-E350-E8326830138E}"/>
              </a:ext>
            </a:extLst>
          </p:cNvPr>
          <p:cNvSpPr/>
          <p:nvPr/>
        </p:nvSpPr>
        <p:spPr>
          <a:xfrm>
            <a:off x="3233925" y="3696229"/>
            <a:ext cx="1078234" cy="516807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Cross Dock Inbound Order (CIO)</a:t>
            </a:r>
          </a:p>
        </p:txBody>
      </p:sp>
      <p:sp>
        <p:nvSpPr>
          <p:cNvPr id="7" name="Rectangle: Rounded Corners 219">
            <a:extLst>
              <a:ext uri="{FF2B5EF4-FFF2-40B4-BE49-F238E27FC236}">
                <a16:creationId xmlns:a16="http://schemas.microsoft.com/office/drawing/2014/main" id="{966BDBD1-C36A-8060-C174-F51F9D702215}"/>
              </a:ext>
            </a:extLst>
          </p:cNvPr>
          <p:cNvSpPr/>
          <p:nvPr/>
        </p:nvSpPr>
        <p:spPr>
          <a:xfrm>
            <a:off x="6853587" y="3712023"/>
            <a:ext cx="1170165" cy="469885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Tally Sheet</a:t>
            </a:r>
          </a:p>
        </p:txBody>
      </p:sp>
      <p:cxnSp>
        <p:nvCxnSpPr>
          <p:cNvPr id="10" name="Straight Arrow Connector 353">
            <a:extLst>
              <a:ext uri="{FF2B5EF4-FFF2-40B4-BE49-F238E27FC236}">
                <a16:creationId xmlns:a16="http://schemas.microsoft.com/office/drawing/2014/main" id="{05F7F9F2-2A4F-6334-FC45-D874B4D09624}"/>
              </a:ext>
            </a:extLst>
          </p:cNvPr>
          <p:cNvCxnSpPr>
            <a:cxnSpLocks/>
            <a:stCxn id="55" idx="3"/>
            <a:endCxn id="7" idx="1"/>
          </p:cNvCxnSpPr>
          <p:nvPr/>
        </p:nvCxnSpPr>
        <p:spPr>
          <a:xfrm flipV="1">
            <a:off x="4312159" y="3946966"/>
            <a:ext cx="2541428" cy="7667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208">
            <a:extLst>
              <a:ext uri="{FF2B5EF4-FFF2-40B4-BE49-F238E27FC236}">
                <a16:creationId xmlns:a16="http://schemas.microsoft.com/office/drawing/2014/main" id="{765E4546-FD23-9193-B9F3-FF8E3F1386F4}"/>
              </a:ext>
            </a:extLst>
          </p:cNvPr>
          <p:cNvSpPr/>
          <p:nvPr/>
        </p:nvSpPr>
        <p:spPr>
          <a:xfrm>
            <a:off x="6851825" y="4430727"/>
            <a:ext cx="1170165" cy="490278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Check In and Assign dock door</a:t>
            </a:r>
          </a:p>
        </p:txBody>
      </p:sp>
      <p:cxnSp>
        <p:nvCxnSpPr>
          <p:cNvPr id="19" name="Straight Arrow Connector 331">
            <a:extLst>
              <a:ext uri="{FF2B5EF4-FFF2-40B4-BE49-F238E27FC236}">
                <a16:creationId xmlns:a16="http://schemas.microsoft.com/office/drawing/2014/main" id="{CB762D01-F7E2-D8FB-075B-04B8F558992F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7436908" y="4181908"/>
            <a:ext cx="1762" cy="24881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08">
            <a:extLst>
              <a:ext uri="{FF2B5EF4-FFF2-40B4-BE49-F238E27FC236}">
                <a16:creationId xmlns:a16="http://schemas.microsoft.com/office/drawing/2014/main" id="{9CE157B4-9B3E-CD36-99BF-AFC1257047C2}"/>
              </a:ext>
            </a:extLst>
          </p:cNvPr>
          <p:cNvSpPr/>
          <p:nvPr/>
        </p:nvSpPr>
        <p:spPr>
          <a:xfrm>
            <a:off x="6851825" y="5231123"/>
            <a:ext cx="1166595" cy="479118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Packing List</a:t>
            </a:r>
          </a:p>
        </p:txBody>
      </p:sp>
      <p:cxnSp>
        <p:nvCxnSpPr>
          <p:cNvPr id="26" name="Straight Arrow Connector 353">
            <a:extLst>
              <a:ext uri="{FF2B5EF4-FFF2-40B4-BE49-F238E27FC236}">
                <a16:creationId xmlns:a16="http://schemas.microsoft.com/office/drawing/2014/main" id="{215D78F9-78E5-6821-DF91-CED54B1485C9}"/>
              </a:ext>
            </a:extLst>
          </p:cNvPr>
          <p:cNvCxnSpPr>
            <a:cxnSpLocks/>
            <a:stCxn id="428" idx="3"/>
            <a:endCxn id="24" idx="1"/>
          </p:cNvCxnSpPr>
          <p:nvPr/>
        </p:nvCxnSpPr>
        <p:spPr>
          <a:xfrm flipV="1">
            <a:off x="4312159" y="5470682"/>
            <a:ext cx="2539666" cy="18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156">
            <a:extLst>
              <a:ext uri="{FF2B5EF4-FFF2-40B4-BE49-F238E27FC236}">
                <a16:creationId xmlns:a16="http://schemas.microsoft.com/office/drawing/2014/main" id="{50D85A32-0D79-F988-419B-651835BBF6B1}"/>
              </a:ext>
            </a:extLst>
          </p:cNvPr>
          <p:cNvCxnSpPr>
            <a:cxnSpLocks/>
            <a:stCxn id="14" idx="3"/>
            <a:endCxn id="209" idx="1"/>
          </p:cNvCxnSpPr>
          <p:nvPr/>
        </p:nvCxnSpPr>
        <p:spPr>
          <a:xfrm>
            <a:off x="8021990" y="4675866"/>
            <a:ext cx="587905" cy="31011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156">
            <a:extLst>
              <a:ext uri="{FF2B5EF4-FFF2-40B4-BE49-F238E27FC236}">
                <a16:creationId xmlns:a16="http://schemas.microsoft.com/office/drawing/2014/main" id="{2FFB4826-EC9D-D99E-178C-A3D5FD293179}"/>
              </a:ext>
            </a:extLst>
          </p:cNvPr>
          <p:cNvCxnSpPr>
            <a:cxnSpLocks/>
            <a:stCxn id="24" idx="3"/>
            <a:endCxn id="209" idx="1"/>
          </p:cNvCxnSpPr>
          <p:nvPr/>
        </p:nvCxnSpPr>
        <p:spPr>
          <a:xfrm flipV="1">
            <a:off x="8018420" y="4985985"/>
            <a:ext cx="591475" cy="48469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Rectangle: Rounded Corners 257">
            <a:extLst>
              <a:ext uri="{FF2B5EF4-FFF2-40B4-BE49-F238E27FC236}">
                <a16:creationId xmlns:a16="http://schemas.microsoft.com/office/drawing/2014/main" id="{FB53A310-EC72-5F0D-9497-34B8988EB186}"/>
              </a:ext>
            </a:extLst>
          </p:cNvPr>
          <p:cNvSpPr/>
          <p:nvPr/>
        </p:nvSpPr>
        <p:spPr>
          <a:xfrm>
            <a:off x="10372986" y="5458762"/>
            <a:ext cx="824583" cy="443423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Put to Staging</a:t>
            </a:r>
          </a:p>
        </p:txBody>
      </p:sp>
      <p:cxnSp>
        <p:nvCxnSpPr>
          <p:cNvPr id="459" name="Connector: Elbow 156">
            <a:extLst>
              <a:ext uri="{FF2B5EF4-FFF2-40B4-BE49-F238E27FC236}">
                <a16:creationId xmlns:a16="http://schemas.microsoft.com/office/drawing/2014/main" id="{3E602219-CC5F-94CA-138F-06E1D892E5EA}"/>
              </a:ext>
            </a:extLst>
          </p:cNvPr>
          <p:cNvCxnSpPr>
            <a:cxnSpLocks/>
            <a:stCxn id="381" idx="1"/>
            <a:endCxn id="24" idx="2"/>
          </p:cNvCxnSpPr>
          <p:nvPr/>
        </p:nvCxnSpPr>
        <p:spPr>
          <a:xfrm rot="10800000">
            <a:off x="7435124" y="5710241"/>
            <a:ext cx="2937863" cy="55407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1FD257-7F5B-241A-99E4-45F5B5BC9046}"/>
              </a:ext>
            </a:extLst>
          </p:cNvPr>
          <p:cNvSpPr/>
          <p:nvPr/>
        </p:nvSpPr>
        <p:spPr>
          <a:xfrm>
            <a:off x="647182" y="1518487"/>
            <a:ext cx="691067" cy="397245"/>
          </a:xfrm>
          <a:prstGeom prst="roundRect">
            <a:avLst/>
          </a:prstGeom>
          <a:solidFill>
            <a:schemeClr val="bg2">
              <a:lumMod val="2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Create SO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259C07-30AA-B550-2085-0FA93B8057A9}"/>
              </a:ext>
            </a:extLst>
          </p:cNvPr>
          <p:cNvSpPr/>
          <p:nvPr/>
        </p:nvSpPr>
        <p:spPr>
          <a:xfrm>
            <a:off x="1550795" y="1526195"/>
            <a:ext cx="1466581" cy="375397"/>
          </a:xfrm>
          <a:prstGeom prst="roundRect">
            <a:avLst/>
          </a:prstGeom>
          <a:solidFill>
            <a:srgbClr val="80008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Manager Order &amp; Create TR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B8EE6E-E7B7-A2BD-7751-EF7CC526BF4F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338249" y="1713894"/>
            <a:ext cx="212546" cy="321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B47E07-3423-144A-5FDC-EFC5DB8BA885}"/>
              </a:ext>
            </a:extLst>
          </p:cNvPr>
          <p:cNvSpPr/>
          <p:nvPr/>
        </p:nvSpPr>
        <p:spPr>
          <a:xfrm>
            <a:off x="1557801" y="1935477"/>
            <a:ext cx="1466581" cy="399225"/>
          </a:xfrm>
          <a:prstGeom prst="roundRect">
            <a:avLst/>
          </a:prstGeom>
          <a:solidFill>
            <a:srgbClr val="80008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Confirm TR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E5894B-CFAB-739B-2C43-786DCD573AE3}"/>
              </a:ext>
            </a:extLst>
          </p:cNvPr>
          <p:cNvSpPr/>
          <p:nvPr/>
        </p:nvSpPr>
        <p:spPr>
          <a:xfrm>
            <a:off x="3229922" y="1511307"/>
            <a:ext cx="1083520" cy="40679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800">
                <a:solidFill>
                  <a:prstClr val="white"/>
                </a:solidFill>
              </a:rPr>
              <a:t>Suggest Location </a:t>
            </a:r>
          </a:p>
          <a:p>
            <a:pPr>
              <a:defRPr/>
            </a:pPr>
            <a:r>
              <a:rPr lang="en-US" sz="800">
                <a:solidFill>
                  <a:prstClr val="white"/>
                </a:solidFill>
              </a:rPr>
              <a:t>+ </a:t>
            </a:r>
            <a:r>
              <a:rPr lang="en-US" sz="800" u="sng">
                <a:solidFill>
                  <a:prstClr val="white"/>
                </a:solidFill>
              </a:rPr>
              <a:t>Order Type</a:t>
            </a:r>
            <a:endParaRPr kumimoji="0" lang="en-US" sz="8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A78191B-B40A-B55E-5C8E-2F4B48CB5771}"/>
              </a:ext>
            </a:extLst>
          </p:cNvPr>
          <p:cNvSpPr/>
          <p:nvPr/>
        </p:nvSpPr>
        <p:spPr>
          <a:xfrm>
            <a:off x="4489580" y="1927539"/>
            <a:ext cx="1149513" cy="399224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Create </a:t>
            </a:r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T/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O</a:t>
            </a:r>
            <a:endParaRPr lang="en-US" sz="800">
              <a:solidFill>
                <a:prstClr val="white"/>
              </a:solidFill>
              <a:latin typeface="ThaiBev Sans New"/>
              <a:cs typeface="ThaiBev Sans New"/>
            </a:endParaRPr>
          </a:p>
          <a:p>
            <a:pPr lvl="0">
              <a:defRPr/>
            </a:pPr>
            <a:r>
              <a:rPr lang="en-US" sz="800">
                <a:solidFill>
                  <a:prstClr val="white"/>
                </a:solidFill>
              </a:rPr>
              <a:t>(Transport Order)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C9520B-BEA7-B255-F688-DB19C572EF5E}"/>
              </a:ext>
            </a:extLst>
          </p:cNvPr>
          <p:cNvSpPr/>
          <p:nvPr/>
        </p:nvSpPr>
        <p:spPr>
          <a:xfrm>
            <a:off x="4489580" y="2745150"/>
            <a:ext cx="1097501" cy="580932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Create Shipment</a:t>
            </a:r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 </a:t>
            </a:r>
          </a:p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800">
                <a:solidFill>
                  <a:prstClr val="white"/>
                </a:solidFill>
              </a:rPr>
              <a:t>ด้วย </a:t>
            </a:r>
            <a:r>
              <a:rPr lang="en-US" sz="800">
                <a:solidFill>
                  <a:prstClr val="white"/>
                </a:solidFill>
              </a:rPr>
              <a:t>Order Type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</a:rPr>
              <a:t>Cross Dock 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</a:rPr>
              <a:t>Normal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BB9E70-1692-C231-F221-63EB7FFBBEA8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3017376" y="1713894"/>
            <a:ext cx="212546" cy="81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1AD103-6A50-18AA-AF2F-3C9AB3637DBE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 flipV="1">
            <a:off x="5587081" y="3035507"/>
            <a:ext cx="350310" cy="10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475">
            <a:extLst>
              <a:ext uri="{FF2B5EF4-FFF2-40B4-BE49-F238E27FC236}">
                <a16:creationId xmlns:a16="http://schemas.microsoft.com/office/drawing/2014/main" id="{9AE0E2F8-9012-1BCF-E34C-CE953279DE83}"/>
              </a:ext>
            </a:extLst>
          </p:cNvPr>
          <p:cNvSpPr/>
          <p:nvPr/>
        </p:nvSpPr>
        <p:spPr>
          <a:xfrm>
            <a:off x="5937391" y="2768994"/>
            <a:ext cx="744580" cy="533026"/>
          </a:xfrm>
          <a:prstGeom prst="roundRect">
            <a:avLst/>
          </a:prstGeom>
          <a:solidFill>
            <a:srgbClr val="6600CC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Shipment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FFE247-FDBD-EB16-F806-B4D88F6508CC}"/>
              </a:ext>
            </a:extLst>
          </p:cNvPr>
          <p:cNvSpPr/>
          <p:nvPr/>
        </p:nvSpPr>
        <p:spPr>
          <a:xfrm>
            <a:off x="3233925" y="2908956"/>
            <a:ext cx="1083519" cy="39306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prstClr val="white"/>
                </a:solidFill>
                <a:latin typeface="ThaiBev Sans New"/>
                <a:cs typeface="ThaiBev Sans New"/>
              </a:rPr>
              <a:t>Created</a:t>
            </a:r>
          </a:p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Shipment Plan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B1E7966-F3CA-BE59-DC9C-D63E680790B1}"/>
              </a:ext>
            </a:extLst>
          </p:cNvPr>
          <p:cNvSpPr/>
          <p:nvPr/>
        </p:nvSpPr>
        <p:spPr>
          <a:xfrm>
            <a:off x="1557801" y="2768994"/>
            <a:ext cx="1466581" cy="676866"/>
          </a:xfrm>
          <a:prstGeom prst="roundRect">
            <a:avLst/>
          </a:prstGeom>
          <a:solidFill>
            <a:srgbClr val="80008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800">
                <a:solidFill>
                  <a:prstClr val="white"/>
                </a:solidFill>
              </a:rPr>
              <a:t>Created Shipment Plan</a:t>
            </a:r>
            <a:endParaRPr lang="th-TH" sz="800">
              <a:solidFill>
                <a:prstClr val="white"/>
              </a:solidFill>
            </a:endParaRPr>
          </a:p>
          <a:p>
            <a:pPr lvl="0">
              <a:defRPr/>
            </a:pPr>
            <a:r>
              <a:rPr lang="th-TH" sz="800">
                <a:solidFill>
                  <a:prstClr val="white"/>
                </a:solidFill>
              </a:rPr>
              <a:t>ด้วย </a:t>
            </a:r>
            <a:r>
              <a:rPr lang="en-US" sz="800">
                <a:solidFill>
                  <a:prstClr val="white"/>
                </a:solidFill>
              </a:rPr>
              <a:t>Order Type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</a:rPr>
              <a:t>Cross Dock Inbound 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</a:rPr>
              <a:t>Cross Dock Outbound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800">
                <a:solidFill>
                  <a:prstClr val="white"/>
                </a:solidFill>
              </a:rPr>
              <a:t>Normal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CE2FE98-041A-55D3-8200-1638FEA52191}"/>
              </a:ext>
            </a:extLst>
          </p:cNvPr>
          <p:cNvCxnSpPr>
            <a:cxnSpLocks/>
            <a:stCxn id="28" idx="2"/>
            <a:endCxn id="23" idx="0"/>
          </p:cNvCxnSpPr>
          <p:nvPr/>
        </p:nvCxnSpPr>
        <p:spPr>
          <a:xfrm>
            <a:off x="3766396" y="2767716"/>
            <a:ext cx="9289" cy="14124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9359473-ED94-5D10-62D2-53AEAAFEBB76}"/>
              </a:ext>
            </a:extLst>
          </p:cNvPr>
          <p:cNvSpPr/>
          <p:nvPr/>
        </p:nvSpPr>
        <p:spPr>
          <a:xfrm>
            <a:off x="3224636" y="2374652"/>
            <a:ext cx="1083519" cy="39306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TO Info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25450F2-D372-E1C4-E863-CE56EF61230E}"/>
              </a:ext>
            </a:extLst>
          </p:cNvPr>
          <p:cNvCxnSpPr>
            <a:cxnSpLocks/>
            <a:stCxn id="13" idx="2"/>
            <a:endCxn id="12" idx="3"/>
          </p:cNvCxnSpPr>
          <p:nvPr/>
        </p:nvCxnSpPr>
        <p:spPr>
          <a:xfrm rot="5400000">
            <a:off x="3289538" y="1652945"/>
            <a:ext cx="216989" cy="74730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7EC9CDB-0998-4627-28DA-9E56C41A1691}"/>
              </a:ext>
            </a:extLst>
          </p:cNvPr>
          <p:cNvCxnSpPr>
            <a:cxnSpLocks/>
            <a:stCxn id="15" idx="2"/>
            <a:endCxn id="28" idx="3"/>
          </p:cNvCxnSpPr>
          <p:nvPr/>
        </p:nvCxnSpPr>
        <p:spPr>
          <a:xfrm rot="5400000">
            <a:off x="4564036" y="2070882"/>
            <a:ext cx="244421" cy="75618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64C419A-CF10-5814-C89E-9124823871A2}"/>
              </a:ext>
            </a:extLst>
          </p:cNvPr>
          <p:cNvCxnSpPr>
            <a:cxnSpLocks/>
            <a:stCxn id="23" idx="1"/>
            <a:endCxn id="25" idx="3"/>
          </p:cNvCxnSpPr>
          <p:nvPr/>
        </p:nvCxnSpPr>
        <p:spPr>
          <a:xfrm flipH="1">
            <a:off x="3024382" y="3105488"/>
            <a:ext cx="209543" cy="193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91F85CA-9BD9-2BF1-C2E5-4291CE2AC873}"/>
              </a:ext>
            </a:extLst>
          </p:cNvPr>
          <p:cNvCxnSpPr>
            <a:cxnSpLocks/>
          </p:cNvCxnSpPr>
          <p:nvPr/>
        </p:nvCxnSpPr>
        <p:spPr>
          <a:xfrm>
            <a:off x="3006452" y="2219596"/>
            <a:ext cx="1483128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6AB1484-881D-7630-D5B5-692C7D5CEA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System flow</a:t>
            </a:r>
          </a:p>
        </p:txBody>
      </p:sp>
    </p:spTree>
    <p:extLst>
      <p:ext uri="{BB962C8B-B14F-4D97-AF65-F5344CB8AC3E}">
        <p14:creationId xmlns:p14="http://schemas.microsoft.com/office/powerpoint/2010/main" val="39875706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D5DDB9-A09D-4722-3FFE-C6E8DA77D0FF}"/>
              </a:ext>
            </a:extLst>
          </p:cNvPr>
          <p:cNvSpPr/>
          <p:nvPr/>
        </p:nvSpPr>
        <p:spPr>
          <a:xfrm>
            <a:off x="616507" y="949360"/>
            <a:ext cx="1466581" cy="399225"/>
          </a:xfrm>
          <a:prstGeom prst="round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CERTU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146D1A-CB06-5BC3-ECA3-EA8104CB4CCE}"/>
              </a:ext>
            </a:extLst>
          </p:cNvPr>
          <p:cNvSpPr/>
          <p:nvPr/>
        </p:nvSpPr>
        <p:spPr>
          <a:xfrm>
            <a:off x="2678388" y="949360"/>
            <a:ext cx="1466581" cy="399225"/>
          </a:xfrm>
          <a:prstGeom prst="round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PLUS Transport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D62CF2-303C-22E6-A71A-4DA960595ADA}"/>
              </a:ext>
            </a:extLst>
          </p:cNvPr>
          <p:cNvSpPr/>
          <p:nvPr/>
        </p:nvSpPr>
        <p:spPr>
          <a:xfrm>
            <a:off x="5585012" y="949360"/>
            <a:ext cx="4034117" cy="399225"/>
          </a:xfrm>
          <a:prstGeom prst="round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Cross Dock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F6DB56-71CB-000C-EEC3-5903A49E8891}"/>
              </a:ext>
            </a:extLst>
          </p:cNvPr>
          <p:cNvSpPr/>
          <p:nvPr/>
        </p:nvSpPr>
        <p:spPr>
          <a:xfrm>
            <a:off x="544789" y="1612748"/>
            <a:ext cx="1466581" cy="39922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Shipment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A9C786-3A7B-46AB-3AC4-756339A9939E}"/>
              </a:ext>
            </a:extLst>
          </p:cNvPr>
          <p:cNvSpPr/>
          <p:nvPr/>
        </p:nvSpPr>
        <p:spPr>
          <a:xfrm>
            <a:off x="2678389" y="1596308"/>
            <a:ext cx="1466581" cy="39922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Shipment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7A2AE4-7ECB-7E9F-3E6A-69AC3C02529E}"/>
              </a:ext>
            </a:extLst>
          </p:cNvPr>
          <p:cNvSpPr/>
          <p:nvPr/>
        </p:nvSpPr>
        <p:spPr>
          <a:xfrm>
            <a:off x="8047032" y="1571283"/>
            <a:ext cx="1466581" cy="39922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CIO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707A00-1034-55FB-2808-071C2624641B}"/>
              </a:ext>
            </a:extLst>
          </p:cNvPr>
          <p:cNvSpPr/>
          <p:nvPr/>
        </p:nvSpPr>
        <p:spPr>
          <a:xfrm>
            <a:off x="8047032" y="2438989"/>
            <a:ext cx="1466581" cy="39922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COO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9D5E4A-F821-CF00-6DA9-AFC81DBD1FE1}"/>
              </a:ext>
            </a:extLst>
          </p:cNvPr>
          <p:cNvSpPr/>
          <p:nvPr/>
        </p:nvSpPr>
        <p:spPr>
          <a:xfrm>
            <a:off x="5708460" y="1993593"/>
            <a:ext cx="1466581" cy="39922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Shipment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C88652-7142-0D9F-C547-6E0C9D534A16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2011370" y="1795921"/>
            <a:ext cx="667019" cy="16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7F33D54-A4E5-F34D-F439-C66602E6ED33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4144970" y="1795921"/>
            <a:ext cx="1563490" cy="3972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7F0E440-6646-AA50-E37E-82EBAA07935A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 flipV="1">
            <a:off x="7175041" y="1770896"/>
            <a:ext cx="871991" cy="4223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27497B0-3F8F-27AE-1B46-EC3729161F19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7175041" y="2193206"/>
            <a:ext cx="871991" cy="44539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A3C4E6-7309-675D-74C3-B926AD3D1C55}"/>
              </a:ext>
            </a:extLst>
          </p:cNvPr>
          <p:cNvCxnSpPr/>
          <p:nvPr/>
        </p:nvCxnSpPr>
        <p:spPr>
          <a:xfrm>
            <a:off x="152400" y="439271"/>
            <a:ext cx="4267200" cy="21246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AAD6D77-C9FE-5B9A-ADA2-7775E5FE7C40}"/>
              </a:ext>
            </a:extLst>
          </p:cNvPr>
          <p:cNvCxnSpPr>
            <a:cxnSpLocks/>
          </p:cNvCxnSpPr>
          <p:nvPr/>
        </p:nvCxnSpPr>
        <p:spPr>
          <a:xfrm flipV="1">
            <a:off x="286871" y="286871"/>
            <a:ext cx="4025153" cy="24294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1E6CAC2-D283-CA16-5EC1-D8A67BAE6EF0}"/>
              </a:ext>
            </a:extLst>
          </p:cNvPr>
          <p:cNvSpPr/>
          <p:nvPr/>
        </p:nvSpPr>
        <p:spPr>
          <a:xfrm>
            <a:off x="5507960" y="5156361"/>
            <a:ext cx="2282370" cy="39922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COO#2 [CIO#1]</a:t>
            </a:r>
            <a:r>
              <a:rPr kumimoji="0" lang="th-TH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 </a:t>
            </a:r>
            <a:r>
              <a:rPr lang="en-US" sz="1400">
                <a:solidFill>
                  <a:schemeClr val="tx1"/>
                </a:solidFill>
                <a:latin typeface="ThaiBev Sans New" panose="00000500000000000000" pitchFamily="50" charset="-34"/>
                <a:cs typeface="ThaiBev Sans New" panose="00000500000000000000" pitchFamily="50" charset="-34"/>
              </a:rPr>
              <a:t>&gt;&gt; 10:30 </a:t>
            </a:r>
            <a:r>
              <a:rPr lang="th-TH" sz="1400">
                <a:solidFill>
                  <a:schemeClr val="tx1"/>
                </a:solidFill>
                <a:latin typeface="ThaiBev Sans New" panose="00000500000000000000" pitchFamily="50" charset="-34"/>
                <a:cs typeface="ThaiBev Sans New" panose="00000500000000000000" pitchFamily="50" charset="-34"/>
              </a:rPr>
              <a:t>น.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haiBev Sans New" panose="00000500000000000000" pitchFamily="50" charset="-34"/>
              <a:cs typeface="ThaiBev Sans New" panose="00000500000000000000" pitchFamily="50" charset="-34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2FBA79D-E31A-7629-81E2-BCBF4856EED8}"/>
              </a:ext>
            </a:extLst>
          </p:cNvPr>
          <p:cNvSpPr/>
          <p:nvPr/>
        </p:nvSpPr>
        <p:spPr>
          <a:xfrm>
            <a:off x="5507960" y="4288656"/>
            <a:ext cx="2282370" cy="39922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aiBev Sans New" panose="00000500000000000000" pitchFamily="50" charset="-34"/>
                <a:cs typeface="ThaiBev Sans New" panose="00000500000000000000" pitchFamily="50" charset="-34"/>
              </a:rPr>
              <a:t>COO</a:t>
            </a:r>
            <a:r>
              <a:rPr lang="en-US" sz="1400">
                <a:solidFill>
                  <a:schemeClr val="tx1"/>
                </a:solidFill>
                <a:latin typeface="ThaiBev Sans New" panose="00000500000000000000" pitchFamily="50" charset="-34"/>
                <a:cs typeface="ThaiBev Sans New" panose="00000500000000000000" pitchFamily="50" charset="-34"/>
              </a:rPr>
              <a:t>#1 [CIO#1] &gt;&gt; 10:00 </a:t>
            </a:r>
            <a:r>
              <a:rPr lang="th-TH" sz="1400">
                <a:solidFill>
                  <a:schemeClr val="tx1"/>
                </a:solidFill>
                <a:latin typeface="ThaiBev Sans New" panose="00000500000000000000" pitchFamily="50" charset="-34"/>
                <a:cs typeface="ThaiBev Sans New" panose="00000500000000000000" pitchFamily="50" charset="-34"/>
              </a:rPr>
              <a:t>น.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haiBev Sans New" panose="00000500000000000000" pitchFamily="50" charset="-34"/>
              <a:cs typeface="ThaiBev Sans New" panose="00000500000000000000" pitchFamily="50" charset="-34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9F3D8A8-DB76-9A0C-B50D-3C4889FE5426}"/>
              </a:ext>
            </a:extLst>
          </p:cNvPr>
          <p:cNvSpPr/>
          <p:nvPr/>
        </p:nvSpPr>
        <p:spPr>
          <a:xfrm>
            <a:off x="1757082" y="4288656"/>
            <a:ext cx="2963688" cy="126693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>
                <a:solidFill>
                  <a:schemeClr val="tx1"/>
                </a:solidFill>
                <a:latin typeface="ThaiBev Sans New" panose="00000500000000000000" pitchFamily="50" charset="-34"/>
                <a:cs typeface="ThaiBev Sans New" panose="00000500000000000000" pitchFamily="50" charset="-34"/>
              </a:rPr>
              <a:t>Auto 10:15 </a:t>
            </a:r>
            <a:r>
              <a:rPr lang="th-TH" sz="1400">
                <a:solidFill>
                  <a:schemeClr val="tx1"/>
                </a:solidFill>
                <a:latin typeface="ThaiBev Sans New" panose="00000500000000000000" pitchFamily="50" charset="-34"/>
                <a:cs typeface="ThaiBev Sans New" panose="00000500000000000000" pitchFamily="50" charset="-34"/>
              </a:rPr>
              <a:t>น.</a:t>
            </a:r>
            <a:r>
              <a:rPr lang="en-US" sz="1400">
                <a:solidFill>
                  <a:schemeClr val="tx1"/>
                </a:solidFill>
                <a:latin typeface="ThaiBev Sans New" panose="00000500000000000000" pitchFamily="50" charset="-34"/>
                <a:cs typeface="ThaiBev Sans New" panose="00000500000000000000" pitchFamily="50" charset="-34"/>
              </a:rPr>
              <a:t> &gt;&gt; CIO#1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haiBev Sans New" panose="00000500000000000000" pitchFamily="50" charset="-34"/>
              <a:cs typeface="ThaiBev Sans New" panose="00000500000000000000" pitchFamily="50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64249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594B30-BB3C-C266-0C9F-E2C75DA0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719BFE-73AA-3EAA-75E5-96F0C519C9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Cross Docking – System flow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B8E797-CF75-6E18-97C3-765AFCEC703A}"/>
              </a:ext>
            </a:extLst>
          </p:cNvPr>
          <p:cNvSpPr txBox="1"/>
          <p:nvPr/>
        </p:nvSpPr>
        <p:spPr>
          <a:xfrm>
            <a:off x="638490" y="3527372"/>
            <a:ext cx="2682145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Shipment#1 = Sub Shipment#1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Hub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SamutPrakan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7A3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12E236-E94D-A5F2-7F13-CD79BB6BC018}"/>
              </a:ext>
            </a:extLst>
          </p:cNvPr>
          <p:cNvSpPr txBox="1"/>
          <p:nvPr/>
        </p:nvSpPr>
        <p:spPr>
          <a:xfrm>
            <a:off x="8909734" y="4246034"/>
            <a:ext cx="272061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Shipment#2 = Sub Shipment#2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SamutPrakan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Agent1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POD#2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540B2B8-4F42-BFE5-B337-A59EF98C0DE8}"/>
              </a:ext>
            </a:extLst>
          </p:cNvPr>
          <p:cNvCxnSpPr>
            <a:cxnSpLocks/>
            <a:stCxn id="3" idx="2"/>
            <a:endCxn id="36" idx="1"/>
          </p:cNvCxnSpPr>
          <p:nvPr/>
        </p:nvCxnSpPr>
        <p:spPr>
          <a:xfrm rot="16200000" flipH="1">
            <a:off x="7566296" y="3225761"/>
            <a:ext cx="1014551" cy="16723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208">
            <a:extLst>
              <a:ext uri="{FF2B5EF4-FFF2-40B4-BE49-F238E27FC236}">
                <a16:creationId xmlns:a16="http://schemas.microsoft.com/office/drawing/2014/main" id="{C8812E4C-3077-A504-4B0F-A590BAFCD327}"/>
              </a:ext>
            </a:extLst>
          </p:cNvPr>
          <p:cNvSpPr/>
          <p:nvPr/>
        </p:nvSpPr>
        <p:spPr>
          <a:xfrm>
            <a:off x="3830264" y="3032038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en-US" sz="12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1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67" name="Rectangle: Rounded Corners 208">
            <a:extLst>
              <a:ext uri="{FF2B5EF4-FFF2-40B4-BE49-F238E27FC236}">
                <a16:creationId xmlns:a16="http://schemas.microsoft.com/office/drawing/2014/main" id="{76374612-CB02-67E3-DACF-DB43D22B8ED3}"/>
              </a:ext>
            </a:extLst>
          </p:cNvPr>
          <p:cNvSpPr/>
          <p:nvPr/>
        </p:nvSpPr>
        <p:spPr>
          <a:xfrm>
            <a:off x="8909734" y="3745499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1</a:t>
            </a:r>
          </a:p>
        </p:txBody>
      </p:sp>
      <p:pic>
        <p:nvPicPr>
          <p:cNvPr id="72" name="Graphic 71" descr="Truck">
            <a:extLst>
              <a:ext uri="{FF2B5EF4-FFF2-40B4-BE49-F238E27FC236}">
                <a16:creationId xmlns:a16="http://schemas.microsoft.com/office/drawing/2014/main" id="{9D96A1C1-9279-4F0B-D795-52D92E9653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7258" y="2390367"/>
            <a:ext cx="1147113" cy="1147113"/>
          </a:xfrm>
          <a:prstGeom prst="rect">
            <a:avLst/>
          </a:prstGeom>
        </p:spPr>
      </p:pic>
      <p:pic>
        <p:nvPicPr>
          <p:cNvPr id="73" name="Graphic 72" descr="Truck">
            <a:extLst>
              <a:ext uri="{FF2B5EF4-FFF2-40B4-BE49-F238E27FC236}">
                <a16:creationId xmlns:a16="http://schemas.microsoft.com/office/drawing/2014/main" id="{7456BB24-FC78-60DD-D379-F8382F821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02635" y="4123950"/>
            <a:ext cx="519935" cy="519935"/>
          </a:xfrm>
          <a:prstGeom prst="rect">
            <a:avLst/>
          </a:prstGeom>
        </p:spPr>
      </p:pic>
      <p:sp>
        <p:nvSpPr>
          <p:cNvPr id="75" name="Rectangle: Rounded Corners 208">
            <a:extLst>
              <a:ext uri="{FF2B5EF4-FFF2-40B4-BE49-F238E27FC236}">
                <a16:creationId xmlns:a16="http://schemas.microsoft.com/office/drawing/2014/main" id="{DCC476FC-0F11-4F9C-84F5-AB959F8F3857}"/>
              </a:ext>
            </a:extLst>
          </p:cNvPr>
          <p:cNvSpPr/>
          <p:nvPr/>
        </p:nvSpPr>
        <p:spPr>
          <a:xfrm>
            <a:off x="633663" y="3031423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6140E3C-19CC-EA88-BA73-3C9B62208BEA}"/>
              </a:ext>
            </a:extLst>
          </p:cNvPr>
          <p:cNvCxnSpPr>
            <a:cxnSpLocks/>
            <a:stCxn id="75" idx="3"/>
            <a:endCxn id="53" idx="1"/>
          </p:cNvCxnSpPr>
          <p:nvPr/>
        </p:nvCxnSpPr>
        <p:spPr>
          <a:xfrm>
            <a:off x="1961095" y="3289835"/>
            <a:ext cx="1869169" cy="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A0B47E72-F48A-7852-E2CD-D00A84DCDC9A}"/>
              </a:ext>
            </a:extLst>
          </p:cNvPr>
          <p:cNvSpPr/>
          <p:nvPr/>
        </p:nvSpPr>
        <p:spPr>
          <a:xfrm>
            <a:off x="453151" y="709863"/>
            <a:ext cx="11384839" cy="5720508"/>
          </a:xfrm>
          <a:prstGeom prst="rect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31B2FB8-4CF6-D2C4-4651-F4C80BB247D2}"/>
              </a:ext>
            </a:extLst>
          </p:cNvPr>
          <p:cNvSpPr txBox="1"/>
          <p:nvPr/>
        </p:nvSpPr>
        <p:spPr>
          <a:xfrm>
            <a:off x="2940446" y="2645918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428844-FEBC-69BC-B8DF-9DF5803BFBE1}"/>
              </a:ext>
            </a:extLst>
          </p:cNvPr>
          <p:cNvSpPr txBox="1"/>
          <p:nvPr/>
        </p:nvSpPr>
        <p:spPr>
          <a:xfrm>
            <a:off x="8350770" y="4209146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E4D773B-CC4A-CE54-6324-B6A5B6A94D3A}"/>
              </a:ext>
            </a:extLst>
          </p:cNvPr>
          <p:cNvSpPr txBox="1"/>
          <p:nvPr/>
        </p:nvSpPr>
        <p:spPr>
          <a:xfrm>
            <a:off x="3712491" y="2790991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Cross Dock location</a:t>
            </a:r>
          </a:p>
        </p:txBody>
      </p:sp>
      <p:sp>
        <p:nvSpPr>
          <p:cNvPr id="3" name="Rectangle: Rounded Corners 208">
            <a:extLst>
              <a:ext uri="{FF2B5EF4-FFF2-40B4-BE49-F238E27FC236}">
                <a16:creationId xmlns:a16="http://schemas.microsoft.com/office/drawing/2014/main" id="{8C31D6C4-9A58-8826-9DD8-3F993DDA1003}"/>
              </a:ext>
            </a:extLst>
          </p:cNvPr>
          <p:cNvSpPr/>
          <p:nvPr/>
        </p:nvSpPr>
        <p:spPr>
          <a:xfrm>
            <a:off x="6573693" y="3037826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th-TH" sz="12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</a:t>
            </a:r>
            <a:r>
              <a:rPr kumimoji="0" lang="en-US" sz="12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2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63F4EB-15F1-7D5B-9BF4-3E42760D991C}"/>
              </a:ext>
            </a:extLst>
          </p:cNvPr>
          <p:cNvCxnSpPr>
            <a:cxnSpLocks/>
            <a:stCxn id="53" idx="3"/>
            <a:endCxn id="3" idx="1"/>
          </p:cNvCxnSpPr>
          <p:nvPr/>
        </p:nvCxnSpPr>
        <p:spPr>
          <a:xfrm>
            <a:off x="5157696" y="3290450"/>
            <a:ext cx="1415997" cy="5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208">
            <a:extLst>
              <a:ext uri="{FF2B5EF4-FFF2-40B4-BE49-F238E27FC236}">
                <a16:creationId xmlns:a16="http://schemas.microsoft.com/office/drawing/2014/main" id="{2BA88541-D0EA-4AB7-A6D4-B7A284F85F80}"/>
              </a:ext>
            </a:extLst>
          </p:cNvPr>
          <p:cNvSpPr/>
          <p:nvPr/>
        </p:nvSpPr>
        <p:spPr>
          <a:xfrm>
            <a:off x="3831200" y="1625460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Khonkaen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2716AEC-C326-5CE6-B74C-7C594A7655A2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>
            <a:off x="5158632" y="1883872"/>
            <a:ext cx="2078777" cy="11539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Truck">
            <a:extLst>
              <a:ext uri="{FF2B5EF4-FFF2-40B4-BE49-F238E27FC236}">
                <a16:creationId xmlns:a16="http://schemas.microsoft.com/office/drawing/2014/main" id="{BF726A1F-5762-D73B-856C-9B1E1F848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77882" y="1617251"/>
            <a:ext cx="1147113" cy="11471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B867AD-6038-20E1-539D-ECF4767BF7A0}"/>
              </a:ext>
            </a:extLst>
          </p:cNvPr>
          <p:cNvSpPr txBox="1"/>
          <p:nvPr/>
        </p:nvSpPr>
        <p:spPr>
          <a:xfrm>
            <a:off x="7805549" y="1859144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7F639D-591B-A0AE-DFCE-04F00494FA87}"/>
              </a:ext>
            </a:extLst>
          </p:cNvPr>
          <p:cNvSpPr txBox="1"/>
          <p:nvPr/>
        </p:nvSpPr>
        <p:spPr>
          <a:xfrm>
            <a:off x="3115454" y="2574837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CIO#1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4E3C07-4607-0C57-B227-8878D7322CC5}"/>
              </a:ext>
            </a:extLst>
          </p:cNvPr>
          <p:cNvSpPr txBox="1"/>
          <p:nvPr/>
        </p:nvSpPr>
        <p:spPr>
          <a:xfrm>
            <a:off x="7178296" y="2541766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CIO#2</a:t>
            </a:r>
          </a:p>
        </p:txBody>
      </p:sp>
      <p:pic>
        <p:nvPicPr>
          <p:cNvPr id="23" name="Graphic 22" descr="Truck">
            <a:extLst>
              <a:ext uri="{FF2B5EF4-FFF2-40B4-BE49-F238E27FC236}">
                <a16:creationId xmlns:a16="http://schemas.microsoft.com/office/drawing/2014/main" id="{5E74DC55-ACD9-7CDB-A624-A5AE0A23A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3479" y="2401133"/>
            <a:ext cx="1147113" cy="11471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9ED06F1-1E4D-8E28-7C56-B093CAA696C3}"/>
              </a:ext>
            </a:extLst>
          </p:cNvPr>
          <p:cNvSpPr txBox="1"/>
          <p:nvPr/>
        </p:nvSpPr>
        <p:spPr>
          <a:xfrm>
            <a:off x="5676667" y="2656684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59AEC-D363-1D2A-ADB3-3E2B28AD080D}"/>
              </a:ext>
            </a:extLst>
          </p:cNvPr>
          <p:cNvSpPr txBox="1"/>
          <p:nvPr/>
        </p:nvSpPr>
        <p:spPr>
          <a:xfrm>
            <a:off x="4329148" y="2587085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haiBev Sans New"/>
                <a:cs typeface="ThaiBev Sans New"/>
              </a:rPr>
              <a:t>C</a:t>
            </a:r>
            <a:r>
              <a:rPr lang="en-US" sz="1000" b="1" u="sng">
                <a:solidFill>
                  <a:prstClr val="black"/>
                </a:solidFill>
                <a:highlight>
                  <a:srgbClr val="FFFF00"/>
                </a:highlight>
                <a:latin typeface="ThaiBev Sans New"/>
                <a:cs typeface="ThaiBev Sans New"/>
              </a:rPr>
              <a:t>O</a:t>
            </a: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haiBev Sans New"/>
                <a:cs typeface="ThaiBev Sans New"/>
              </a:rPr>
              <a:t>O#1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3EE2E6-1F04-4028-9B1B-ED07F4DFD797}"/>
              </a:ext>
            </a:extLst>
          </p:cNvPr>
          <p:cNvSpPr txBox="1"/>
          <p:nvPr/>
        </p:nvSpPr>
        <p:spPr>
          <a:xfrm>
            <a:off x="7628937" y="3980595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COO#2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D390CD-B6DE-3A27-8A11-EE6611E8935C}"/>
              </a:ext>
            </a:extLst>
          </p:cNvPr>
          <p:cNvSpPr txBox="1"/>
          <p:nvPr/>
        </p:nvSpPr>
        <p:spPr>
          <a:xfrm>
            <a:off x="5949271" y="2613706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FF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CTO#3 ????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92E1E9D-DC60-1EA3-CEE2-6B8EB296A4F8}"/>
              </a:ext>
            </a:extLst>
          </p:cNvPr>
          <p:cNvGraphicFramePr>
            <a:graphicFrameLocks noGrp="1"/>
          </p:cNvGraphicFramePr>
          <p:nvPr/>
        </p:nvGraphicFramePr>
        <p:xfrm>
          <a:off x="724952" y="4743086"/>
          <a:ext cx="6814366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943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718997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049576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926665">
                  <a:extLst>
                    <a:ext uri="{9D8B030D-6E8A-4147-A177-3AD203B41FA5}">
                      <a16:colId xmlns:a16="http://schemas.microsoft.com/office/drawing/2014/main" val="2925257605"/>
                    </a:ext>
                  </a:extLst>
                </a:gridCol>
                <a:gridCol w="949665">
                  <a:extLst>
                    <a:ext uri="{9D8B030D-6E8A-4147-A177-3AD203B41FA5}">
                      <a16:colId xmlns:a16="http://schemas.microsoft.com/office/drawing/2014/main" val="3293261894"/>
                    </a:ext>
                  </a:extLst>
                </a:gridCol>
                <a:gridCol w="1175775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158745">
                  <a:extLst>
                    <a:ext uri="{9D8B030D-6E8A-4147-A177-3AD203B41FA5}">
                      <a16:colId xmlns:a16="http://schemas.microsoft.com/office/drawing/2014/main" val="1160822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Shipment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Order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100"/>
                        <a:t>ต้นทาง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100"/>
                        <a:t>ปลายทาง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CD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Ref CIO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SH1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CD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err="1"/>
                        <a:t>Bangna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Hub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ighlight>
                            <a:srgbClr val="FFFF00"/>
                          </a:highlight>
                        </a:rPr>
                        <a:t>CIO#1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379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CD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err="1"/>
                        <a:t>Khonkaen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Hub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CIO#2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64786"/>
                  </a:ext>
                </a:extLst>
              </a:tr>
              <a:tr h="12206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CD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Hub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Hub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ighlight>
                            <a:srgbClr val="FFFF00"/>
                          </a:highlight>
                        </a:rPr>
                        <a:t>COO#1</a:t>
                      </a:r>
                    </a:p>
                    <a:p>
                      <a:r>
                        <a:rPr lang="en-US" sz="110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</a:rPr>
                        <a:t>CTO#3 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ighlight>
                            <a:srgbClr val="FFFF00"/>
                          </a:highlight>
                        </a:rPr>
                        <a:t>CIO#1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27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CD 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Hub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Agent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COO#2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ighlight>
                            <a:srgbClr val="00FFFF"/>
                          </a:highlight>
                        </a:rPr>
                        <a:t>CIO#2</a:t>
                      </a:r>
                    </a:p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</a:rPr>
                        <a:t>CTO#3 ????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51385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610931-2376-6FCF-1437-6463ABAA68D0}"/>
              </a:ext>
            </a:extLst>
          </p:cNvPr>
          <p:cNvGraphicFramePr>
            <a:graphicFrameLocks noGrp="1"/>
          </p:cNvGraphicFramePr>
          <p:nvPr/>
        </p:nvGraphicFramePr>
        <p:xfrm>
          <a:off x="354010" y="44395"/>
          <a:ext cx="1114617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46">
                  <a:extLst>
                    <a:ext uri="{9D8B030D-6E8A-4147-A177-3AD203B41FA5}">
                      <a16:colId xmlns:a16="http://schemas.microsoft.com/office/drawing/2014/main" val="981516477"/>
                    </a:ext>
                  </a:extLst>
                </a:gridCol>
                <a:gridCol w="872712">
                  <a:extLst>
                    <a:ext uri="{9D8B030D-6E8A-4147-A177-3AD203B41FA5}">
                      <a16:colId xmlns:a16="http://schemas.microsoft.com/office/drawing/2014/main" val="1438323724"/>
                    </a:ext>
                  </a:extLst>
                </a:gridCol>
                <a:gridCol w="1273966">
                  <a:extLst>
                    <a:ext uri="{9D8B030D-6E8A-4147-A177-3AD203B41FA5}">
                      <a16:colId xmlns:a16="http://schemas.microsoft.com/office/drawing/2014/main" val="3267052419"/>
                    </a:ext>
                  </a:extLst>
                </a:gridCol>
                <a:gridCol w="1124776">
                  <a:extLst>
                    <a:ext uri="{9D8B030D-6E8A-4147-A177-3AD203B41FA5}">
                      <a16:colId xmlns:a16="http://schemas.microsoft.com/office/drawing/2014/main" val="2925257605"/>
                    </a:ext>
                  </a:extLst>
                </a:gridCol>
                <a:gridCol w="1152694">
                  <a:extLst>
                    <a:ext uri="{9D8B030D-6E8A-4147-A177-3AD203B41FA5}">
                      <a16:colId xmlns:a16="http://schemas.microsoft.com/office/drawing/2014/main" val="3293261894"/>
                    </a:ext>
                  </a:extLst>
                </a:gridCol>
                <a:gridCol w="1427145">
                  <a:extLst>
                    <a:ext uri="{9D8B030D-6E8A-4147-A177-3AD203B41FA5}">
                      <a16:colId xmlns:a16="http://schemas.microsoft.com/office/drawing/2014/main" val="3236009493"/>
                    </a:ext>
                  </a:extLst>
                </a:gridCol>
                <a:gridCol w="1427145">
                  <a:extLst>
                    <a:ext uri="{9D8B030D-6E8A-4147-A177-3AD203B41FA5}">
                      <a16:colId xmlns:a16="http://schemas.microsoft.com/office/drawing/2014/main" val="3778205241"/>
                    </a:ext>
                  </a:extLst>
                </a:gridCol>
                <a:gridCol w="1427145">
                  <a:extLst>
                    <a:ext uri="{9D8B030D-6E8A-4147-A177-3AD203B41FA5}">
                      <a16:colId xmlns:a16="http://schemas.microsoft.com/office/drawing/2014/main" val="3458557638"/>
                    </a:ext>
                  </a:extLst>
                </a:gridCol>
                <a:gridCol w="1427145">
                  <a:extLst>
                    <a:ext uri="{9D8B030D-6E8A-4147-A177-3AD203B41FA5}">
                      <a16:colId xmlns:a16="http://schemas.microsoft.com/office/drawing/2014/main" val="1679408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/>
                        <a:t>Shipment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Order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100"/>
                        <a:t>ต้นทาง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100"/>
                        <a:t>ปลายทาง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CD Document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639936"/>
                  </a:ext>
                </a:extLst>
              </a:tr>
              <a:tr h="12206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err="1"/>
                        <a:t>Bangna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Hub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WMS (Issue Stock)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370754"/>
                  </a:ext>
                </a:extLst>
              </a:tr>
              <a:tr h="12206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err="1"/>
                        <a:t>Bangna</a:t>
                      </a: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Hub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WMS (Issue Stock)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73797"/>
                  </a:ext>
                </a:extLst>
              </a:tr>
              <a:tr h="12206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25579"/>
                  </a:ext>
                </a:extLst>
              </a:tr>
              <a:tr h="12206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err="1">
                          <a:solidFill>
                            <a:srgbClr val="FF0000"/>
                          </a:solidFill>
                        </a:rPr>
                        <a:t>Khonkaen</a:t>
                      </a:r>
                      <a:endParaRPr lang="en-US" sz="11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Hub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WMS (Issue Stock)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105730"/>
                  </a:ext>
                </a:extLst>
              </a:tr>
              <a:tr h="12206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445733"/>
                  </a:ext>
                </a:extLst>
              </a:tr>
              <a:tr h="12206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Hub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Hub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702146"/>
                  </a:ext>
                </a:extLst>
              </a:tr>
              <a:tr h="12206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2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Hub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Agent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667707"/>
                  </a:ext>
                </a:extLst>
              </a:tr>
              <a:tr h="122060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Hub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Agent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336699"/>
                          </a:solidFill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65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7496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935E7A-F141-329C-D124-6D341656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535EFC-36ED-C9D9-95CD-765FD587F5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Cross Docking – System flow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5D170-F49A-B8A4-164E-7D3BF19D7853}"/>
              </a:ext>
            </a:extLst>
          </p:cNvPr>
          <p:cNvSpPr txBox="1"/>
          <p:nvPr/>
        </p:nvSpPr>
        <p:spPr>
          <a:xfrm>
            <a:off x="638490" y="2806012"/>
            <a:ext cx="2682145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Shipment#1 = Sub Shipment#1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Hub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SamutPrakan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7A3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A3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BF5FFF-98C8-FDDE-D969-1B37CA7B0B07}"/>
              </a:ext>
            </a:extLst>
          </p:cNvPr>
          <p:cNvSpPr txBox="1"/>
          <p:nvPr/>
        </p:nvSpPr>
        <p:spPr>
          <a:xfrm>
            <a:off x="8909734" y="2996354"/>
            <a:ext cx="272061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Shipment#2 = Sub Shipment#2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SamutPrakan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Agent1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B6F060-DF7B-C53F-3304-00BA687C3484}"/>
              </a:ext>
            </a:extLst>
          </p:cNvPr>
          <p:cNvSpPr txBox="1"/>
          <p:nvPr/>
        </p:nvSpPr>
        <p:spPr>
          <a:xfrm>
            <a:off x="8909733" y="4394823"/>
            <a:ext cx="268855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Shipment#3 = Sub Shipment#3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SamutPrakan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Agent2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POD#3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1054A0E-9778-6A99-FEA5-4603FA25D749}"/>
              </a:ext>
            </a:extLst>
          </p:cNvPr>
          <p:cNvCxnSpPr>
            <a:cxnSpLocks/>
            <a:stCxn id="3" idx="2"/>
            <a:endCxn id="36" idx="1"/>
          </p:cNvCxnSpPr>
          <p:nvPr/>
        </p:nvCxnSpPr>
        <p:spPr>
          <a:xfrm rot="16200000" flipH="1">
            <a:off x="7830456" y="2240241"/>
            <a:ext cx="486231" cy="16723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B300C9D-C75C-DEC5-A292-AC5D67C3C12C}"/>
              </a:ext>
            </a:extLst>
          </p:cNvPr>
          <p:cNvCxnSpPr>
            <a:cxnSpLocks/>
            <a:stCxn id="3" idx="2"/>
            <a:endCxn id="37" idx="1"/>
          </p:cNvCxnSpPr>
          <p:nvPr/>
        </p:nvCxnSpPr>
        <p:spPr>
          <a:xfrm rot="16200000" flipH="1">
            <a:off x="7131221" y="2939477"/>
            <a:ext cx="1884700" cy="1672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208">
            <a:extLst>
              <a:ext uri="{FF2B5EF4-FFF2-40B4-BE49-F238E27FC236}">
                <a16:creationId xmlns:a16="http://schemas.microsoft.com/office/drawing/2014/main" id="{673B4272-D0B8-11ED-F48D-D25B5ED27521}"/>
              </a:ext>
            </a:extLst>
          </p:cNvPr>
          <p:cNvSpPr/>
          <p:nvPr/>
        </p:nvSpPr>
        <p:spPr>
          <a:xfrm>
            <a:off x="3830264" y="2310678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en-US" sz="12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1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67" name="Rectangle: Rounded Corners 208">
            <a:extLst>
              <a:ext uri="{FF2B5EF4-FFF2-40B4-BE49-F238E27FC236}">
                <a16:creationId xmlns:a16="http://schemas.microsoft.com/office/drawing/2014/main" id="{7F03EC69-9E68-44C9-BF9C-38546B35C0E3}"/>
              </a:ext>
            </a:extLst>
          </p:cNvPr>
          <p:cNvSpPr/>
          <p:nvPr/>
        </p:nvSpPr>
        <p:spPr>
          <a:xfrm>
            <a:off x="8909734" y="2495819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1</a:t>
            </a:r>
          </a:p>
        </p:txBody>
      </p:sp>
      <p:sp>
        <p:nvSpPr>
          <p:cNvPr id="68" name="Rectangle: Rounded Corners 208">
            <a:extLst>
              <a:ext uri="{FF2B5EF4-FFF2-40B4-BE49-F238E27FC236}">
                <a16:creationId xmlns:a16="http://schemas.microsoft.com/office/drawing/2014/main" id="{F4B09F8D-DD76-978D-7125-DC4E982398BB}"/>
              </a:ext>
            </a:extLst>
          </p:cNvPr>
          <p:cNvSpPr/>
          <p:nvPr/>
        </p:nvSpPr>
        <p:spPr>
          <a:xfrm>
            <a:off x="8909734" y="3890076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2</a:t>
            </a:r>
          </a:p>
        </p:txBody>
      </p:sp>
      <p:pic>
        <p:nvPicPr>
          <p:cNvPr id="72" name="Graphic 71" descr="Truck">
            <a:extLst>
              <a:ext uri="{FF2B5EF4-FFF2-40B4-BE49-F238E27FC236}">
                <a16:creationId xmlns:a16="http://schemas.microsoft.com/office/drawing/2014/main" id="{DAA6808B-BAD2-31B0-CE40-BE9F33002D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87258" y="1669007"/>
            <a:ext cx="1147113" cy="1147113"/>
          </a:xfrm>
          <a:prstGeom prst="rect">
            <a:avLst/>
          </a:prstGeom>
        </p:spPr>
      </p:pic>
      <p:pic>
        <p:nvPicPr>
          <p:cNvPr id="73" name="Graphic 72" descr="Truck">
            <a:extLst>
              <a:ext uri="{FF2B5EF4-FFF2-40B4-BE49-F238E27FC236}">
                <a16:creationId xmlns:a16="http://schemas.microsoft.com/office/drawing/2014/main" id="{811AE518-F153-43C4-4DD5-3072B74DBF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02635" y="2874270"/>
            <a:ext cx="519935" cy="519935"/>
          </a:xfrm>
          <a:prstGeom prst="rect">
            <a:avLst/>
          </a:prstGeom>
        </p:spPr>
      </p:pic>
      <p:pic>
        <p:nvPicPr>
          <p:cNvPr id="74" name="Graphic 73" descr="Truck">
            <a:extLst>
              <a:ext uri="{FF2B5EF4-FFF2-40B4-BE49-F238E27FC236}">
                <a16:creationId xmlns:a16="http://schemas.microsoft.com/office/drawing/2014/main" id="{303BACA5-D18B-D263-D5D1-111C97AB9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2628" y="4270077"/>
            <a:ext cx="519935" cy="519935"/>
          </a:xfrm>
          <a:prstGeom prst="rect">
            <a:avLst/>
          </a:prstGeom>
        </p:spPr>
      </p:pic>
      <p:sp>
        <p:nvSpPr>
          <p:cNvPr id="75" name="Rectangle: Rounded Corners 208">
            <a:extLst>
              <a:ext uri="{FF2B5EF4-FFF2-40B4-BE49-F238E27FC236}">
                <a16:creationId xmlns:a16="http://schemas.microsoft.com/office/drawing/2014/main" id="{5F9E93DF-22CD-4A5E-5616-F2F9EFD35A64}"/>
              </a:ext>
            </a:extLst>
          </p:cNvPr>
          <p:cNvSpPr/>
          <p:nvPr/>
        </p:nvSpPr>
        <p:spPr>
          <a:xfrm>
            <a:off x="633663" y="2310063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C433489-F8B6-A51D-F01B-2C0BEB2B83FB}"/>
              </a:ext>
            </a:extLst>
          </p:cNvPr>
          <p:cNvCxnSpPr>
            <a:cxnSpLocks/>
            <a:stCxn id="75" idx="3"/>
            <a:endCxn id="53" idx="1"/>
          </p:cNvCxnSpPr>
          <p:nvPr/>
        </p:nvCxnSpPr>
        <p:spPr>
          <a:xfrm>
            <a:off x="1961095" y="2568475"/>
            <a:ext cx="1869169" cy="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F7A068C7-76BB-E852-4885-5C5A11F9DE7B}"/>
              </a:ext>
            </a:extLst>
          </p:cNvPr>
          <p:cNvSpPr/>
          <p:nvPr/>
        </p:nvSpPr>
        <p:spPr>
          <a:xfrm>
            <a:off x="453151" y="709863"/>
            <a:ext cx="11384839" cy="5720508"/>
          </a:xfrm>
          <a:prstGeom prst="rect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498468D-F6E9-1527-97E1-8A8175C77E38}"/>
              </a:ext>
            </a:extLst>
          </p:cNvPr>
          <p:cNvSpPr txBox="1"/>
          <p:nvPr/>
        </p:nvSpPr>
        <p:spPr>
          <a:xfrm>
            <a:off x="2940446" y="1924558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F60F81B-282F-F678-EC7D-FCB13269008A}"/>
              </a:ext>
            </a:extLst>
          </p:cNvPr>
          <p:cNvSpPr txBox="1"/>
          <p:nvPr/>
        </p:nvSpPr>
        <p:spPr>
          <a:xfrm>
            <a:off x="8350770" y="2959466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82F656-995F-57A9-1AFC-6A2C21EDEC82}"/>
              </a:ext>
            </a:extLst>
          </p:cNvPr>
          <p:cNvSpPr txBox="1"/>
          <p:nvPr/>
        </p:nvSpPr>
        <p:spPr>
          <a:xfrm>
            <a:off x="8377811" y="4361007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prstClr val="white"/>
                </a:solidFill>
                <a:latin typeface="ThaiBev Sans New"/>
                <a:cs typeface="ThaiBev Sans New"/>
              </a:rPr>
              <a:t>5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F4BABB-B0D6-F967-601E-C3741EB995DD}"/>
              </a:ext>
            </a:extLst>
          </p:cNvPr>
          <p:cNvSpPr txBox="1"/>
          <p:nvPr/>
        </p:nvSpPr>
        <p:spPr>
          <a:xfrm>
            <a:off x="3712491" y="2069631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Cross Dock location</a:t>
            </a:r>
          </a:p>
        </p:txBody>
      </p:sp>
      <p:sp>
        <p:nvSpPr>
          <p:cNvPr id="3" name="Rectangle: Rounded Corners 208">
            <a:extLst>
              <a:ext uri="{FF2B5EF4-FFF2-40B4-BE49-F238E27FC236}">
                <a16:creationId xmlns:a16="http://schemas.microsoft.com/office/drawing/2014/main" id="{8FEA3795-45C3-C1C3-85C0-063C23D22347}"/>
              </a:ext>
            </a:extLst>
          </p:cNvPr>
          <p:cNvSpPr/>
          <p:nvPr/>
        </p:nvSpPr>
        <p:spPr>
          <a:xfrm>
            <a:off x="6573693" y="2316466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(DC) HUB</a:t>
            </a:r>
            <a:r>
              <a:rPr kumimoji="0" lang="th-TH" sz="12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</a:t>
            </a:r>
            <a:r>
              <a:rPr kumimoji="0" lang="en-US" sz="12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2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aiBev Sans New"/>
              <a:ea typeface="+mn-ea"/>
              <a:cs typeface="ThaiBev Sans New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2AB800-42DE-ED57-47E8-58F84A5D219E}"/>
              </a:ext>
            </a:extLst>
          </p:cNvPr>
          <p:cNvCxnSpPr>
            <a:cxnSpLocks/>
            <a:stCxn id="53" idx="3"/>
            <a:endCxn id="3" idx="1"/>
          </p:cNvCxnSpPr>
          <p:nvPr/>
        </p:nvCxnSpPr>
        <p:spPr>
          <a:xfrm>
            <a:off x="5157696" y="2569090"/>
            <a:ext cx="1415997" cy="5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208">
            <a:extLst>
              <a:ext uri="{FF2B5EF4-FFF2-40B4-BE49-F238E27FC236}">
                <a16:creationId xmlns:a16="http://schemas.microsoft.com/office/drawing/2014/main" id="{8953D916-4B91-689E-3D2B-9FF3CAFA319D}"/>
              </a:ext>
            </a:extLst>
          </p:cNvPr>
          <p:cNvSpPr/>
          <p:nvPr/>
        </p:nvSpPr>
        <p:spPr>
          <a:xfrm>
            <a:off x="3831200" y="904100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Khonkaen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3AA5121-A6D9-8120-F1D0-6216F546BA62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>
            <a:off x="5158632" y="1162512"/>
            <a:ext cx="2078777" cy="11539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Truck">
            <a:extLst>
              <a:ext uri="{FF2B5EF4-FFF2-40B4-BE49-F238E27FC236}">
                <a16:creationId xmlns:a16="http://schemas.microsoft.com/office/drawing/2014/main" id="{4D6383DE-3301-B5DF-896F-371AD7D5E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77882" y="895891"/>
            <a:ext cx="1147113" cy="11471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7373A7E-1EAE-C510-91B7-E0CA0C19AA8C}"/>
              </a:ext>
            </a:extLst>
          </p:cNvPr>
          <p:cNvSpPr txBox="1"/>
          <p:nvPr/>
        </p:nvSpPr>
        <p:spPr>
          <a:xfrm>
            <a:off x="7805549" y="1137784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6B1F63-6302-6D7F-144D-148FDB6B48F4}"/>
              </a:ext>
            </a:extLst>
          </p:cNvPr>
          <p:cNvSpPr txBox="1"/>
          <p:nvPr/>
        </p:nvSpPr>
        <p:spPr>
          <a:xfrm>
            <a:off x="3115454" y="1853477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CIO#1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926627-5861-F4BD-18A3-6D99BFFDF903}"/>
              </a:ext>
            </a:extLst>
          </p:cNvPr>
          <p:cNvSpPr txBox="1"/>
          <p:nvPr/>
        </p:nvSpPr>
        <p:spPr>
          <a:xfrm>
            <a:off x="7178296" y="1820406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CIO#2</a:t>
            </a:r>
          </a:p>
        </p:txBody>
      </p:sp>
      <p:pic>
        <p:nvPicPr>
          <p:cNvPr id="23" name="Graphic 22" descr="Truck">
            <a:extLst>
              <a:ext uri="{FF2B5EF4-FFF2-40B4-BE49-F238E27FC236}">
                <a16:creationId xmlns:a16="http://schemas.microsoft.com/office/drawing/2014/main" id="{C76C5F83-BE3B-7C9A-BE42-9F2DCCA1A0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3479" y="1679773"/>
            <a:ext cx="1147113" cy="11471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8785B1-0907-5279-AAB3-B1A67F820B4A}"/>
              </a:ext>
            </a:extLst>
          </p:cNvPr>
          <p:cNvSpPr txBox="1"/>
          <p:nvPr/>
        </p:nvSpPr>
        <p:spPr>
          <a:xfrm>
            <a:off x="5676667" y="1935324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52C0B1-461C-4E39-6D2D-752F3B03DE09}"/>
              </a:ext>
            </a:extLst>
          </p:cNvPr>
          <p:cNvSpPr txBox="1"/>
          <p:nvPr/>
        </p:nvSpPr>
        <p:spPr>
          <a:xfrm>
            <a:off x="4329148" y="1865725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haiBev Sans New"/>
                <a:cs typeface="ThaiBev Sans New"/>
              </a:rPr>
              <a:t>C</a:t>
            </a:r>
            <a:r>
              <a:rPr lang="en-US" sz="1000" b="1" u="sng">
                <a:solidFill>
                  <a:prstClr val="black"/>
                </a:solidFill>
                <a:highlight>
                  <a:srgbClr val="FFFF00"/>
                </a:highlight>
                <a:latin typeface="ThaiBev Sans New"/>
                <a:cs typeface="ThaiBev Sans New"/>
              </a:rPr>
              <a:t>O</a:t>
            </a: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haiBev Sans New"/>
                <a:cs typeface="ThaiBev Sans New"/>
              </a:rPr>
              <a:t>O#1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9158B9-5E1A-A422-64B0-F89DBF0E1E83}"/>
              </a:ext>
            </a:extLst>
          </p:cNvPr>
          <p:cNvSpPr txBox="1"/>
          <p:nvPr/>
        </p:nvSpPr>
        <p:spPr>
          <a:xfrm>
            <a:off x="7628937" y="2730915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COO#2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7295F5-13E2-D49A-E440-05201D6A6435}"/>
              </a:ext>
            </a:extLst>
          </p:cNvPr>
          <p:cNvSpPr txBox="1"/>
          <p:nvPr/>
        </p:nvSpPr>
        <p:spPr>
          <a:xfrm>
            <a:off x="5949271" y="1892346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FF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CIO#3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22171D-7B3B-FFE4-009F-DD7B0A90C76E}"/>
              </a:ext>
            </a:extLst>
          </p:cNvPr>
          <p:cNvSpPr txBox="1"/>
          <p:nvPr/>
        </p:nvSpPr>
        <p:spPr>
          <a:xfrm>
            <a:off x="7701075" y="4134110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FF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COO#3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25FA9-9683-1EAB-4603-694F410BC5CE}"/>
              </a:ext>
            </a:extLst>
          </p:cNvPr>
          <p:cNvSpPr txBox="1"/>
          <p:nvPr/>
        </p:nvSpPr>
        <p:spPr>
          <a:xfrm>
            <a:off x="8909733" y="5672217"/>
            <a:ext cx="268855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Shipment#4 = Sub Shipment#4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Hub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SamutPrakan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-&gt; Agent3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CERTU POD#4</a:t>
            </a:r>
          </a:p>
        </p:txBody>
      </p:sp>
      <p:sp>
        <p:nvSpPr>
          <p:cNvPr id="7" name="Rectangle: Rounded Corners 208">
            <a:extLst>
              <a:ext uri="{FF2B5EF4-FFF2-40B4-BE49-F238E27FC236}">
                <a16:creationId xmlns:a16="http://schemas.microsoft.com/office/drawing/2014/main" id="{529B51C2-E50F-84E9-34C3-A841C0E9A61D}"/>
              </a:ext>
            </a:extLst>
          </p:cNvPr>
          <p:cNvSpPr/>
          <p:nvPr/>
        </p:nvSpPr>
        <p:spPr>
          <a:xfrm>
            <a:off x="8909734" y="5167470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3</a:t>
            </a:r>
          </a:p>
        </p:txBody>
      </p:sp>
      <p:pic>
        <p:nvPicPr>
          <p:cNvPr id="8" name="Graphic 7" descr="Truck">
            <a:extLst>
              <a:ext uri="{FF2B5EF4-FFF2-40B4-BE49-F238E27FC236}">
                <a16:creationId xmlns:a16="http://schemas.microsoft.com/office/drawing/2014/main" id="{0D16C4A7-EB10-07CE-300D-E8AA21E073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2628" y="5547471"/>
            <a:ext cx="519935" cy="5199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3FD711-D3F8-7DC6-BBB2-CB385F78FE2D}"/>
              </a:ext>
            </a:extLst>
          </p:cNvPr>
          <p:cNvSpPr txBox="1"/>
          <p:nvPr/>
        </p:nvSpPr>
        <p:spPr>
          <a:xfrm>
            <a:off x="8377811" y="5638401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8D8579-A9EC-D401-8A08-351631B79424}"/>
              </a:ext>
            </a:extLst>
          </p:cNvPr>
          <p:cNvSpPr txBox="1"/>
          <p:nvPr/>
        </p:nvSpPr>
        <p:spPr>
          <a:xfrm>
            <a:off x="7701075" y="5411504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FF"/>
                </a:highlight>
                <a:uLnTx/>
                <a:uFillTx/>
                <a:latin typeface="ThaiBev Sans New"/>
                <a:ea typeface="+mn-ea"/>
                <a:cs typeface="ThaiBev Sans New"/>
              </a:rPr>
              <a:t>COO#4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8B94DA2E-FB44-610D-BB22-CE27D44EA1F6}"/>
              </a:ext>
            </a:extLst>
          </p:cNvPr>
          <p:cNvCxnSpPr>
            <a:cxnSpLocks/>
            <a:stCxn id="3" idx="2"/>
            <a:endCxn id="5" idx="1"/>
          </p:cNvCxnSpPr>
          <p:nvPr/>
        </p:nvCxnSpPr>
        <p:spPr>
          <a:xfrm rot="16200000" flipH="1">
            <a:off x="6492524" y="3578174"/>
            <a:ext cx="3162094" cy="1672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5425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E47C66-C8F2-6FC6-5F8C-9696DE95A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18831F-F343-4A65-9478-012C0582CC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262843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/>
                <a:cs typeface="ThaiBev Sans New Black"/>
              </a:rPr>
              <a:t>Scenarios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AAE1E-B3B0-E091-07E2-3D869017B1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6125" y="994887"/>
            <a:ext cx="10719751" cy="397507"/>
          </a:xfrm>
        </p:spPr>
        <p:txBody>
          <a:bodyPr/>
          <a:lstStyle/>
          <a:p>
            <a:r>
              <a:rPr lang="en-US" b="1">
                <a:cs typeface="Kanit Light" panose="00000400000000000000"/>
              </a:rPr>
              <a:t>Scenario 1: One-to-Many Relationship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0E63D-0034-F4F2-B0D9-1A3FC909A8B3}"/>
              </a:ext>
            </a:extLst>
          </p:cNvPr>
          <p:cNvSpPr txBox="1"/>
          <p:nvPr/>
        </p:nvSpPr>
        <p:spPr>
          <a:xfrm>
            <a:off x="425214" y="3317102"/>
            <a:ext cx="10039507" cy="10341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cs typeface="Kanit Light" panose="00000400000000000000"/>
              </a:defRPr>
            </a:lvl1pPr>
            <a:lvl2pPr marL="952485" lvl="1" indent="-342900">
              <a:buFont typeface="Arial" panose="020B0604020202020204" pitchFamily="34" charset="0"/>
              <a:buChar char="•"/>
              <a:defRPr sz="2000">
                <a:cs typeface="Kanit Light" panose="00000400000000000000"/>
              </a:defRPr>
            </a:lvl2pPr>
          </a:lstStyle>
          <a:p>
            <a:pPr lvl="1"/>
            <a:r>
              <a:rPr lang="en-US" sz="1800" err="1"/>
              <a:t>เอกสารรับสินค้า</a:t>
            </a:r>
            <a:r>
              <a:rPr lang="en-US" sz="1800"/>
              <a:t> </a:t>
            </a:r>
            <a:r>
              <a:rPr lang="en-US" sz="1800" b="1"/>
              <a:t>CIO 1</a:t>
            </a:r>
            <a:r>
              <a:rPr lang="en-US" sz="1800"/>
              <a:t> </a:t>
            </a:r>
            <a:r>
              <a:rPr lang="en-US" sz="1800" err="1"/>
              <a:t>ใบ</a:t>
            </a:r>
            <a:r>
              <a:rPr lang="en-US" sz="1800"/>
              <a:t> เชื่อมโยงกับเอกสารจ่ายสินค้า </a:t>
            </a:r>
            <a:r>
              <a:rPr lang="en-US" sz="1800" b="1"/>
              <a:t>COO</a:t>
            </a:r>
            <a:r>
              <a:rPr lang="en-US" sz="1800"/>
              <a:t> </a:t>
            </a:r>
            <a:r>
              <a:rPr lang="en-US" sz="1800" err="1"/>
              <a:t>มากกว่า</a:t>
            </a:r>
            <a:r>
              <a:rPr lang="en-US" sz="1800"/>
              <a:t> </a:t>
            </a:r>
            <a:r>
              <a:rPr lang="en-US" sz="1800" b="1"/>
              <a:t>1</a:t>
            </a:r>
            <a:r>
              <a:rPr lang="en-US" sz="1800"/>
              <a:t> </a:t>
            </a:r>
            <a:r>
              <a:rPr lang="en-US" sz="1800" err="1"/>
              <a:t>ใบ</a:t>
            </a:r>
            <a:endParaRPr lang="en-US" sz="1800"/>
          </a:p>
          <a:p>
            <a:pPr lvl="1"/>
            <a:r>
              <a:rPr lang="en-US" sz="1800" err="1"/>
              <a:t>การรับสินค้าครั้งเดียวสามารถกระจายออกไปยังหลายเอกสารจ่ายสินค้า</a:t>
            </a:r>
            <a:r>
              <a:rPr lang="en-US" sz="1800"/>
              <a:t> </a:t>
            </a:r>
            <a:r>
              <a:rPr lang="en-US" sz="1800" b="1"/>
              <a:t>(One CIO ↔ Multiple COO)</a:t>
            </a:r>
          </a:p>
          <a:p>
            <a:pPr lvl="1"/>
            <a:r>
              <a:rPr lang="en-US" sz="1800"/>
              <a:t>ใช้ในกรณีที่สินค้าขาเข้าเดียวกันต้องถูกแยกจัดส่งไปยังหลายปลายทาง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6AD83-8E69-7A86-FF4B-2B26CF9A0959}"/>
              </a:ext>
            </a:extLst>
          </p:cNvPr>
          <p:cNvSpPr txBox="1"/>
          <p:nvPr/>
        </p:nvSpPr>
        <p:spPr>
          <a:xfrm>
            <a:off x="425214" y="1550930"/>
            <a:ext cx="10384404" cy="103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800" err="1">
                <a:cs typeface="Kanit Light" panose="00000400000000000000"/>
              </a:rPr>
              <a:t>เอกสารรับสินค้า</a:t>
            </a:r>
            <a:r>
              <a:rPr lang="en-US" sz="1800">
                <a:cs typeface="Kanit Light" panose="00000400000000000000"/>
              </a:rPr>
              <a:t> </a:t>
            </a:r>
            <a:r>
              <a:rPr lang="en-US" sz="1800" b="1">
                <a:cs typeface="Kanit Light" panose="00000400000000000000"/>
              </a:rPr>
              <a:t>CIO 1 </a:t>
            </a:r>
            <a:r>
              <a:rPr lang="en-US" sz="1800" err="1">
                <a:cs typeface="Kanit Light" panose="00000400000000000000"/>
              </a:rPr>
              <a:t>ใบ</a:t>
            </a:r>
            <a:r>
              <a:rPr lang="en-US" sz="1800">
                <a:cs typeface="Kanit Light" panose="00000400000000000000"/>
              </a:rPr>
              <a:t> </a:t>
            </a:r>
            <a:r>
              <a:rPr lang="en-US" sz="1800" err="1">
                <a:cs typeface="Kanit Light" panose="00000400000000000000"/>
              </a:rPr>
              <a:t>เชื่อมโยงกับเอกสารจ่ายสินค้า</a:t>
            </a:r>
            <a:r>
              <a:rPr lang="en-US" sz="1800">
                <a:cs typeface="Kanit Light" panose="00000400000000000000"/>
              </a:rPr>
              <a:t> </a:t>
            </a:r>
            <a:r>
              <a:rPr lang="en-US" sz="1800" b="1">
                <a:cs typeface="Kanit Light" panose="00000400000000000000"/>
              </a:rPr>
              <a:t>COO 1 </a:t>
            </a:r>
            <a:r>
              <a:rPr lang="en-US" sz="1800" err="1">
                <a:cs typeface="Kanit Light" panose="00000400000000000000"/>
              </a:rPr>
              <a:t>ใบ</a:t>
            </a:r>
            <a:endParaRPr lang="en-US" sz="1800">
              <a:cs typeface="Kanit Light" panose="00000400000000000000"/>
            </a:endParaRP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800" err="1">
                <a:cs typeface="Kanit Light" panose="00000400000000000000"/>
              </a:rPr>
              <a:t>การรับและจ่ายสินค้าจะเกิดขึ้นแบบจับคู่ตรงกัน</a:t>
            </a:r>
            <a:r>
              <a:rPr lang="en-US" sz="1800">
                <a:cs typeface="Kanit Light" panose="00000400000000000000"/>
              </a:rPr>
              <a:t> </a:t>
            </a:r>
            <a:r>
              <a:rPr lang="en-US" sz="1800" b="1">
                <a:cs typeface="Kanit Light" panose="00000400000000000000"/>
              </a:rPr>
              <a:t>(One CIO ↔ One COO)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800" err="1">
                <a:cs typeface="Kanit Light" panose="00000400000000000000"/>
              </a:rPr>
              <a:t>ใช้ในกรณีที่สินค้าใน</a:t>
            </a:r>
            <a:r>
              <a:rPr lang="en-US" sz="1800">
                <a:cs typeface="Kanit Light" panose="00000400000000000000"/>
              </a:rPr>
              <a:t> CIO </a:t>
            </a:r>
            <a:r>
              <a:rPr lang="en-US" sz="1800" err="1">
                <a:cs typeface="Kanit Light" panose="00000400000000000000"/>
              </a:rPr>
              <a:t>ถูกจัดส่งต่อไปยังปลายทางเดียว</a:t>
            </a:r>
            <a:r>
              <a:rPr lang="th-TH" sz="1800">
                <a:cs typeface="Kanit Light" panose="00000400000000000000"/>
              </a:rPr>
              <a:t>กัน</a:t>
            </a:r>
            <a:endParaRPr lang="en-US" sz="1800">
              <a:cs typeface="Kanit Light" panose="0000040000000000000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832E61D-CF63-6CD6-3566-810D43E5133D}"/>
              </a:ext>
            </a:extLst>
          </p:cNvPr>
          <p:cNvSpPr txBox="1">
            <a:spLocks/>
          </p:cNvSpPr>
          <p:nvPr/>
        </p:nvSpPr>
        <p:spPr>
          <a:xfrm>
            <a:off x="736124" y="2752327"/>
            <a:ext cx="10719751" cy="397507"/>
          </a:xfrm>
          <a:prstGeom prst="rect">
            <a:avLst/>
          </a:prstGeom>
        </p:spPr>
        <p:txBody>
          <a:bodyPr vert="horz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chemeClr val="accent4"/>
                </a:solidFill>
                <a:latin typeface="ThaiBev Sans New SemiBold" panose="00000700000000000000" pitchFamily="50" charset="-34"/>
                <a:ea typeface="+mn-ea"/>
                <a:cs typeface="ThaiBev Sans New SemiBold" panose="000007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Scenario 2: Many-to-Many Relationship</a:t>
            </a:r>
          </a:p>
        </p:txBody>
      </p:sp>
    </p:spTree>
    <p:extLst>
      <p:ext uri="{BB962C8B-B14F-4D97-AF65-F5344CB8AC3E}">
        <p14:creationId xmlns:p14="http://schemas.microsoft.com/office/powerpoint/2010/main" val="23319793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7019C5-C590-ED33-4AB9-E39F1399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2A6821-815E-1D46-BC64-74536AEEE4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16129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/>
                <a:cs typeface="ThaiBev Sans New Black"/>
              </a:rPr>
              <a:t>Assumption</a:t>
            </a:r>
            <a:endParaRPr lang="en-US">
              <a:latin typeface="Kanit Medium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53837-0892-47FA-4FA5-D8F2860DF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B296B-6981-865F-EC3C-CA589214B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C5C5658-4C96-68AB-FE25-5530D454B791}"/>
              </a:ext>
            </a:extLst>
          </p:cNvPr>
          <p:cNvSpPr txBox="1">
            <a:spLocks/>
          </p:cNvSpPr>
          <p:nvPr/>
        </p:nvSpPr>
        <p:spPr>
          <a:xfrm>
            <a:off x="476255" y="891878"/>
            <a:ext cx="10719751" cy="39750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chemeClr val="accent4"/>
                </a:solidFill>
                <a:latin typeface="ThaiBev Sans New SemiBold" panose="00000700000000000000" pitchFamily="50" charset="-34"/>
                <a:ea typeface="+mn-ea"/>
                <a:cs typeface="ThaiBev Sans New SemiBold" panose="000007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cs typeface="Kanit Light"/>
              </a:rPr>
              <a:t>Scenario 1: </a:t>
            </a:r>
            <a:r>
              <a:rPr lang="en-US" b="1">
                <a:cs typeface="ThaiBev Sans New SemiBold"/>
              </a:rPr>
              <a:t>One-to-Many Relationship</a:t>
            </a:r>
            <a:endParaRPr lang="en-US">
              <a:solidFill>
                <a:srgbClr val="000000"/>
              </a:solidFill>
              <a:cs typeface="ThaiBev Sans New SemiBold"/>
            </a:endParaRPr>
          </a:p>
          <a:p>
            <a:endParaRPr lang="en-US" b="1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70DD47A-5B7C-4344-AB70-D601CE29124E}"/>
              </a:ext>
            </a:extLst>
          </p:cNvPr>
          <p:cNvSpPr txBox="1">
            <a:spLocks/>
          </p:cNvSpPr>
          <p:nvPr/>
        </p:nvSpPr>
        <p:spPr>
          <a:xfrm>
            <a:off x="476254" y="2963768"/>
            <a:ext cx="10719751" cy="39750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chemeClr val="accent4"/>
                </a:solidFill>
                <a:latin typeface="ThaiBev Sans New SemiBold" panose="00000700000000000000" pitchFamily="50" charset="-34"/>
                <a:ea typeface="+mn-ea"/>
                <a:cs typeface="ThaiBev Sans New SemiBold" panose="000007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cs typeface="Kanit Light"/>
              </a:rPr>
              <a:t>Scenario 2: </a:t>
            </a:r>
            <a:r>
              <a:rPr lang="en-US">
                <a:cs typeface="ThaiBev Sans New SemiBold"/>
              </a:rPr>
              <a:t>Many-to-Many Relationship</a:t>
            </a:r>
            <a:endParaRPr lang="en-US">
              <a:solidFill>
                <a:srgbClr val="000000"/>
              </a:solidFill>
              <a:cs typeface="ThaiBev Sans New SemiBold"/>
            </a:endParaRPr>
          </a:p>
          <a:p>
            <a:endParaRPr lang="en-US" b="1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F92FBB4-F685-CAFD-A057-95981A691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333097"/>
              </p:ext>
            </p:extLst>
          </p:nvPr>
        </p:nvGraphicFramePr>
        <p:xfrm>
          <a:off x="624416" y="1344083"/>
          <a:ext cx="7607652" cy="564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942">
                  <a:extLst>
                    <a:ext uri="{9D8B030D-6E8A-4147-A177-3AD203B41FA5}">
                      <a16:colId xmlns:a16="http://schemas.microsoft.com/office/drawing/2014/main" val="1726117320"/>
                    </a:ext>
                  </a:extLst>
                </a:gridCol>
                <a:gridCol w="1267942">
                  <a:extLst>
                    <a:ext uri="{9D8B030D-6E8A-4147-A177-3AD203B41FA5}">
                      <a16:colId xmlns:a16="http://schemas.microsoft.com/office/drawing/2014/main" val="1290045831"/>
                    </a:ext>
                  </a:extLst>
                </a:gridCol>
                <a:gridCol w="1267942">
                  <a:extLst>
                    <a:ext uri="{9D8B030D-6E8A-4147-A177-3AD203B41FA5}">
                      <a16:colId xmlns:a16="http://schemas.microsoft.com/office/drawing/2014/main" val="2373887482"/>
                    </a:ext>
                  </a:extLst>
                </a:gridCol>
                <a:gridCol w="1267942">
                  <a:extLst>
                    <a:ext uri="{9D8B030D-6E8A-4147-A177-3AD203B41FA5}">
                      <a16:colId xmlns:a16="http://schemas.microsoft.com/office/drawing/2014/main" val="492825490"/>
                    </a:ext>
                  </a:extLst>
                </a:gridCol>
                <a:gridCol w="1267942">
                  <a:extLst>
                    <a:ext uri="{9D8B030D-6E8A-4147-A177-3AD203B41FA5}">
                      <a16:colId xmlns:a16="http://schemas.microsoft.com/office/drawing/2014/main" val="2153546158"/>
                    </a:ext>
                  </a:extLst>
                </a:gridCol>
                <a:gridCol w="1267942">
                  <a:extLst>
                    <a:ext uri="{9D8B030D-6E8A-4147-A177-3AD203B41FA5}">
                      <a16:colId xmlns:a16="http://schemas.microsoft.com/office/drawing/2014/main" val="2793114321"/>
                    </a:ext>
                  </a:extLst>
                </a:gridCol>
              </a:tblGrid>
              <a:tr h="2593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FF0000"/>
                          </a:solidFill>
                          <a:latin typeface="+mj-lt"/>
                          <a:cs typeface="Kanit Light" panose="00000400000000000000"/>
                        </a:rPr>
                        <a:t>CIO ID</a:t>
                      </a:r>
                      <a:endParaRPr lang="en-US" sz="3200">
                        <a:latin typeface="+mj-lt"/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  <a:cs typeface="Kanit Light" panose="00000400000000000000"/>
                        </a:rPr>
                        <a:t>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  <a:cs typeface="Kanit Light" panose="00000400000000000000"/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  <a:cs typeface="Kanit Light" panose="00000400000000000000"/>
                        </a:rP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  <a:cs typeface="Kanit Light" panose="00000400000000000000"/>
                        </a:rPr>
                        <a:t>DELIVERY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  <a:cs typeface="Kanit Light" panose="00000400000000000000"/>
                        </a:rPr>
                        <a:t>VEHICE LICENSE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263960"/>
                  </a:ext>
                </a:extLst>
              </a:tr>
              <a:tr h="2593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FF0000"/>
                          </a:solidFill>
                          <a:latin typeface="+mj-lt"/>
                          <a:cs typeface="Kanit Light" panose="00000400000000000000"/>
                        </a:rPr>
                        <a:t>CIO_0001</a:t>
                      </a:r>
                      <a:endParaRPr lang="en-US" sz="1000">
                        <a:solidFill>
                          <a:srgbClr val="FF0000"/>
                        </a:solidFill>
                        <a:latin typeface="+mj-lt"/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j-lt"/>
                          <a:cs typeface="Kanit Light" panose="00000400000000000000"/>
                        </a:rPr>
                        <a:t>HUB_CHONBURI</a:t>
                      </a:r>
                      <a:endParaRPr lang="en-US" sz="1000">
                        <a:latin typeface="+mj-lt"/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j-lt"/>
                          <a:cs typeface="Kanit Light" panose="00000400000000000000"/>
                        </a:rPr>
                        <a:t>OISHI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j-lt"/>
                          <a:cs typeface="Kanit Light" panose="0000040000000000000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j-lt"/>
                          <a:cs typeface="Kanit Light" panose="00000400000000000000"/>
                        </a:rPr>
                        <a:t>17.10.2025</a:t>
                      </a:r>
                      <a:endParaRPr lang="en-US" sz="1000">
                        <a:latin typeface="+mj-lt"/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j-lt"/>
                          <a:cs typeface="Kanit Light" panose="00000400000000000000"/>
                        </a:rPr>
                        <a:t>กธ9999</a:t>
                      </a:r>
                      <a:endParaRPr lang="en-US" sz="1000">
                        <a:latin typeface="+mj-lt"/>
                        <a:cs typeface="Kanit Light" panose="0000040000000000000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8296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4207950-8CD8-7F14-12C9-10D8FE525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681708"/>
              </p:ext>
            </p:extLst>
          </p:nvPr>
        </p:nvGraphicFramePr>
        <p:xfrm>
          <a:off x="613833" y="1947333"/>
          <a:ext cx="8842964" cy="96610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77645">
                  <a:extLst>
                    <a:ext uri="{9D8B030D-6E8A-4147-A177-3AD203B41FA5}">
                      <a16:colId xmlns:a16="http://schemas.microsoft.com/office/drawing/2014/main" val="1726117320"/>
                    </a:ext>
                  </a:extLst>
                </a:gridCol>
                <a:gridCol w="1269999">
                  <a:extLst>
                    <a:ext uri="{9D8B030D-6E8A-4147-A177-3AD203B41FA5}">
                      <a16:colId xmlns:a16="http://schemas.microsoft.com/office/drawing/2014/main" val="1290045831"/>
                    </a:ext>
                  </a:extLst>
                </a:gridCol>
                <a:gridCol w="1289642">
                  <a:extLst>
                    <a:ext uri="{9D8B030D-6E8A-4147-A177-3AD203B41FA5}">
                      <a16:colId xmlns:a16="http://schemas.microsoft.com/office/drawing/2014/main" val="1385854700"/>
                    </a:ext>
                  </a:extLst>
                </a:gridCol>
                <a:gridCol w="1257984">
                  <a:extLst>
                    <a:ext uri="{9D8B030D-6E8A-4147-A177-3AD203B41FA5}">
                      <a16:colId xmlns:a16="http://schemas.microsoft.com/office/drawing/2014/main" val="2373887482"/>
                    </a:ext>
                  </a:extLst>
                </a:gridCol>
                <a:gridCol w="1235579">
                  <a:extLst>
                    <a:ext uri="{9D8B030D-6E8A-4147-A177-3AD203B41FA5}">
                      <a16:colId xmlns:a16="http://schemas.microsoft.com/office/drawing/2014/main" val="492825490"/>
                    </a:ext>
                  </a:extLst>
                </a:gridCol>
                <a:gridCol w="1287473">
                  <a:extLst>
                    <a:ext uri="{9D8B030D-6E8A-4147-A177-3AD203B41FA5}">
                      <a16:colId xmlns:a16="http://schemas.microsoft.com/office/drawing/2014/main" val="2153546158"/>
                    </a:ext>
                  </a:extLst>
                </a:gridCol>
                <a:gridCol w="1224642">
                  <a:extLst>
                    <a:ext uri="{9D8B030D-6E8A-4147-A177-3AD203B41FA5}">
                      <a16:colId xmlns:a16="http://schemas.microsoft.com/office/drawing/2014/main" val="2793114321"/>
                    </a:ext>
                  </a:extLst>
                </a:gridCol>
              </a:tblGrid>
              <a:tr h="2914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  <a:cs typeface="Kanit Light" panose="00000400000000000000"/>
                        </a:rPr>
                        <a:t>COO ID</a:t>
                      </a:r>
                      <a:endParaRPr lang="en-US" sz="1000">
                        <a:solidFill>
                          <a:srgbClr val="FF0000"/>
                        </a:solidFill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cs typeface="Kanit Light" panose="00000400000000000000"/>
                        </a:rPr>
                        <a:t>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  <a:cs typeface="Kanit Light" panose="00000400000000000000"/>
                        </a:rPr>
                        <a:t>CIO ID</a:t>
                      </a:r>
                      <a:endParaRPr lang="en-US" sz="1000">
                        <a:solidFill>
                          <a:srgbClr val="FF0000"/>
                        </a:solidFill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cs typeface="Kanit Light" panose="00000400000000000000"/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cs typeface="Kanit Light" panose="00000400000000000000"/>
                        </a:rP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cs typeface="Kanit Light" panose="00000400000000000000"/>
                        </a:rPr>
                        <a:t>DELIVERY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cs typeface="Kanit Light" panose="00000400000000000000"/>
                        </a:rPr>
                        <a:t>VEHICE LICENSE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263960"/>
                  </a:ext>
                </a:extLst>
              </a:tr>
              <a:tr h="2914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  <a:cs typeface="Kanit Light" panose="00000400000000000000"/>
                        </a:rPr>
                        <a:t>COO_0001</a:t>
                      </a:r>
                      <a:endParaRPr lang="en-US" sz="1000"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cs typeface="Kanit Light" panose="00000400000000000000"/>
                        </a:rPr>
                        <a:t>HUB_CHONBURI</a:t>
                      </a:r>
                      <a:endParaRPr lang="en-US" sz="1000"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  <a:cs typeface="Kanit Light" panose="00000400000000000000"/>
                        </a:rPr>
                        <a:t>CIO_0001</a:t>
                      </a:r>
                      <a:endParaRPr lang="en-US" sz="1000">
                        <a:solidFill>
                          <a:srgbClr val="FF0000"/>
                        </a:solidFill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  <a:cs typeface="Kanit Light" panose="00000400000000000000"/>
                        </a:rPr>
                        <a:t>OISHI</a:t>
                      </a:r>
                      <a:endParaRPr lang="en-US" sz="1000"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cs typeface="Kanit Light" panose="0000040000000000000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cs typeface="Kanit Light" panose="00000400000000000000"/>
                        </a:rPr>
                        <a:t>17.10.2025</a:t>
                      </a:r>
                      <a:endParaRPr lang="en-US" sz="1000"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cs typeface="Kanit Light" panose="00000400000000000000"/>
                        </a:rPr>
                        <a:t>กธ1111</a:t>
                      </a:r>
                      <a:endParaRPr lang="en-US" sz="1000">
                        <a:cs typeface="Kanit Light" panose="0000040000000000000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82964"/>
                  </a:ext>
                </a:extLst>
              </a:tr>
              <a:tr h="3698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  <a:cs typeface="Kanit Light" panose="00000400000000000000"/>
                        </a:rPr>
                        <a:t>COO_0002</a:t>
                      </a:r>
                      <a:endParaRPr lang="en-US" sz="1000"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  <a:cs typeface="Kanit Light" panose="00000400000000000000"/>
                        </a:rPr>
                        <a:t>HUB_CHONBURI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  <a:cs typeface="Kanit Light" panose="00000400000000000000"/>
                        </a:rPr>
                        <a:t>CIO_0001</a:t>
                      </a:r>
                      <a:endParaRPr lang="en-US" sz="1000">
                        <a:solidFill>
                          <a:srgbClr val="FF0000"/>
                        </a:solidFill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  <a:cs typeface="Kanit Light" panose="00000400000000000000"/>
                        </a:rPr>
                        <a:t>OISHI</a:t>
                      </a:r>
                      <a:endParaRPr lang="en-US" sz="3200">
                        <a:cs typeface="Kanit Light" panose="0000040000000000000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cs typeface="Kanit Light" panose="0000040000000000000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  <a:cs typeface="Kanit Light" panose="00000400000000000000"/>
                        </a:rPr>
                        <a:t>17.10.2025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cs typeface="Kanit Light" panose="00000400000000000000"/>
                        </a:rPr>
                        <a:t>กธ2222</a:t>
                      </a:r>
                      <a:endParaRPr lang="en-US" sz="1000">
                        <a:cs typeface="Kanit Light" panose="0000040000000000000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74586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696249-2FAD-3B62-6EF8-8FB9B156D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677857"/>
              </p:ext>
            </p:extLst>
          </p:nvPr>
        </p:nvGraphicFramePr>
        <p:xfrm>
          <a:off x="624416" y="3433883"/>
          <a:ext cx="7639404" cy="762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34">
                  <a:extLst>
                    <a:ext uri="{9D8B030D-6E8A-4147-A177-3AD203B41FA5}">
                      <a16:colId xmlns:a16="http://schemas.microsoft.com/office/drawing/2014/main" val="1726117320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1290045831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373887482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492825490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153546158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793114321"/>
                    </a:ext>
                  </a:extLst>
                </a:gridCol>
              </a:tblGrid>
              <a:tr h="2541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FF0000"/>
                          </a:solidFill>
                          <a:latin typeface="+mj-lt"/>
                        </a:rPr>
                        <a:t>CIO ID</a:t>
                      </a:r>
                      <a:endParaRPr lang="en-US" sz="1000" b="1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DELIVERY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VEHICE LICENSE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263960"/>
                  </a:ext>
                </a:extLst>
              </a:tr>
              <a:tr h="2541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FF0000"/>
                          </a:solidFill>
                          <a:latin typeface="+mj-lt"/>
                        </a:rPr>
                        <a:t>CIO_0001</a:t>
                      </a:r>
                      <a:endParaRPr lang="en-US" sz="100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j-lt"/>
                        </a:rPr>
                        <a:t>HUB_CHONBURI</a:t>
                      </a:r>
                      <a:endParaRPr 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j-lt"/>
                        </a:rPr>
                        <a:t>SPIRIT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j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j-lt"/>
                        </a:rPr>
                        <a:t>17.10.2025</a:t>
                      </a:r>
                      <a:endParaRPr 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j-lt"/>
                        </a:rPr>
                        <a:t>กธ9999</a:t>
                      </a:r>
                      <a:endParaRPr lang="en-US" sz="10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82964"/>
                  </a:ext>
                </a:extLst>
              </a:tr>
              <a:tr h="2541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FF0000"/>
                          </a:solidFill>
                          <a:latin typeface="+mj-lt"/>
                        </a:rPr>
                        <a:t>CIO_0002</a:t>
                      </a:r>
                      <a:endParaRPr lang="en-US" sz="100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HUB_CHONBURI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j-lt"/>
                        </a:rPr>
                        <a:t>BEER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+mj-lt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+mj-lt"/>
                        </a:rPr>
                        <a:t>17.10.2025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j-lt"/>
                        </a:rPr>
                        <a:t>กธ9998</a:t>
                      </a:r>
                      <a:endParaRPr lang="en-US" sz="10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7009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9FE781-BE10-4FCD-0E72-16ED53D67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41281"/>
              </p:ext>
            </p:extLst>
          </p:nvPr>
        </p:nvGraphicFramePr>
        <p:xfrm>
          <a:off x="624416" y="4284621"/>
          <a:ext cx="8824940" cy="9313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74620">
                  <a:extLst>
                    <a:ext uri="{9D8B030D-6E8A-4147-A177-3AD203B41FA5}">
                      <a16:colId xmlns:a16="http://schemas.microsoft.com/office/drawing/2014/main" val="1726117320"/>
                    </a:ext>
                  </a:extLst>
                </a:gridCol>
                <a:gridCol w="1280583">
                  <a:extLst>
                    <a:ext uri="{9D8B030D-6E8A-4147-A177-3AD203B41FA5}">
                      <a16:colId xmlns:a16="http://schemas.microsoft.com/office/drawing/2014/main" val="1290045831"/>
                    </a:ext>
                  </a:extLst>
                </a:gridCol>
                <a:gridCol w="1273003">
                  <a:extLst>
                    <a:ext uri="{9D8B030D-6E8A-4147-A177-3AD203B41FA5}">
                      <a16:colId xmlns:a16="http://schemas.microsoft.com/office/drawing/2014/main" val="1385854700"/>
                    </a:ext>
                  </a:extLst>
                </a:gridCol>
                <a:gridCol w="1255011">
                  <a:extLst>
                    <a:ext uri="{9D8B030D-6E8A-4147-A177-3AD203B41FA5}">
                      <a16:colId xmlns:a16="http://schemas.microsoft.com/office/drawing/2014/main" val="2373887482"/>
                    </a:ext>
                  </a:extLst>
                </a:gridCol>
                <a:gridCol w="1232656">
                  <a:extLst>
                    <a:ext uri="{9D8B030D-6E8A-4147-A177-3AD203B41FA5}">
                      <a16:colId xmlns:a16="http://schemas.microsoft.com/office/drawing/2014/main" val="492825490"/>
                    </a:ext>
                  </a:extLst>
                </a:gridCol>
                <a:gridCol w="1284425">
                  <a:extLst>
                    <a:ext uri="{9D8B030D-6E8A-4147-A177-3AD203B41FA5}">
                      <a16:colId xmlns:a16="http://schemas.microsoft.com/office/drawing/2014/main" val="2153546158"/>
                    </a:ext>
                  </a:extLst>
                </a:gridCol>
                <a:gridCol w="1224642">
                  <a:extLst>
                    <a:ext uri="{9D8B030D-6E8A-4147-A177-3AD203B41FA5}">
                      <a16:colId xmlns:a16="http://schemas.microsoft.com/office/drawing/2014/main" val="2793114321"/>
                    </a:ext>
                  </a:extLst>
                </a:gridCol>
              </a:tblGrid>
              <a:tr h="2703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COO ID</a:t>
                      </a:r>
                      <a:endParaRPr 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CIO ID</a:t>
                      </a:r>
                      <a:endParaRPr 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DELIVERY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VEHICE LICENSE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263960"/>
                  </a:ext>
                </a:extLst>
              </a:tr>
              <a:tr h="2703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COO_0001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/>
                        <a:t>HUB_CHONBURI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CIO_0001</a:t>
                      </a:r>
                      <a:endParaRPr 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</a:rPr>
                        <a:t>SPIRIT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/>
                        <a:t>17.10.2025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/>
                        <a:t>กธ1111</a:t>
                      </a: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82964"/>
                  </a:ext>
                </a:extLst>
              </a:tr>
              <a:tr h="3905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COO_0001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</a:rPr>
                        <a:t>HUB_CHONBURI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CIO_0002</a:t>
                      </a:r>
                      <a:endParaRPr 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</a:rPr>
                        <a:t>BEER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</a:rPr>
                        <a:t>17.10.2025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</a:rPr>
                        <a:t>กธ1111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74586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EB538E-098A-2999-7B06-16A5899DA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15735"/>
              </p:ext>
            </p:extLst>
          </p:nvPr>
        </p:nvGraphicFramePr>
        <p:xfrm>
          <a:off x="624416" y="5300621"/>
          <a:ext cx="8834017" cy="9313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74621">
                  <a:extLst>
                    <a:ext uri="{9D8B030D-6E8A-4147-A177-3AD203B41FA5}">
                      <a16:colId xmlns:a16="http://schemas.microsoft.com/office/drawing/2014/main" val="1726117320"/>
                    </a:ext>
                  </a:extLst>
                </a:gridCol>
                <a:gridCol w="1239748">
                  <a:extLst>
                    <a:ext uri="{9D8B030D-6E8A-4147-A177-3AD203B41FA5}">
                      <a16:colId xmlns:a16="http://schemas.microsoft.com/office/drawing/2014/main" val="1290045831"/>
                    </a:ext>
                  </a:extLst>
                </a:gridCol>
                <a:gridCol w="1313840">
                  <a:extLst>
                    <a:ext uri="{9D8B030D-6E8A-4147-A177-3AD203B41FA5}">
                      <a16:colId xmlns:a16="http://schemas.microsoft.com/office/drawing/2014/main" val="1385854700"/>
                    </a:ext>
                  </a:extLst>
                </a:gridCol>
                <a:gridCol w="1255011">
                  <a:extLst>
                    <a:ext uri="{9D8B030D-6E8A-4147-A177-3AD203B41FA5}">
                      <a16:colId xmlns:a16="http://schemas.microsoft.com/office/drawing/2014/main" val="2373887482"/>
                    </a:ext>
                  </a:extLst>
                </a:gridCol>
                <a:gridCol w="1232656">
                  <a:extLst>
                    <a:ext uri="{9D8B030D-6E8A-4147-A177-3AD203B41FA5}">
                      <a16:colId xmlns:a16="http://schemas.microsoft.com/office/drawing/2014/main" val="492825490"/>
                    </a:ext>
                  </a:extLst>
                </a:gridCol>
                <a:gridCol w="1284427">
                  <a:extLst>
                    <a:ext uri="{9D8B030D-6E8A-4147-A177-3AD203B41FA5}">
                      <a16:colId xmlns:a16="http://schemas.microsoft.com/office/drawing/2014/main" val="2153546158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93114321"/>
                    </a:ext>
                  </a:extLst>
                </a:gridCol>
              </a:tblGrid>
              <a:tr h="2703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COO ID</a:t>
                      </a:r>
                      <a:endParaRPr 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CIO ID</a:t>
                      </a:r>
                      <a:endParaRPr 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DELIVERY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VEHICE LICENSE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263960"/>
                  </a:ext>
                </a:extLst>
              </a:tr>
              <a:tr h="2703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COO_0002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/>
                        <a:t>HUB_CHONBURI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CIO_0001</a:t>
                      </a:r>
                      <a:endParaRPr 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</a:rPr>
                        <a:t>SPIRIT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/>
                        <a:t>17.10.2025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/>
                        <a:t>กธ2222</a:t>
                      </a: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82964"/>
                  </a:ext>
                </a:extLst>
              </a:tr>
              <a:tr h="3905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COO_0002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</a:rPr>
                        <a:t>HUB_CHONBURI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>
                          <a:solidFill>
                            <a:srgbClr val="FF0000"/>
                          </a:solidFill>
                        </a:rPr>
                        <a:t>CIO_0002</a:t>
                      </a:r>
                      <a:endParaRPr 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</a:rPr>
                        <a:t>BEER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noProof="0">
                          <a:solidFill>
                            <a:srgbClr val="000000"/>
                          </a:solidFill>
                        </a:rPr>
                        <a:t>17.10.2025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u="none" strike="noStrike" noProof="0"/>
                        <a:t>กธ2222</a:t>
                      </a: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745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4805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04909B-FC9D-9AF8-74B4-C0F448A7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3D3F4A-612E-9D0E-C6F2-DAF0C88D8E5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33970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Kanit Medium" panose="00000600000000000000" pitchFamily="2" charset="-34"/>
              </a:rPr>
              <a:t>Cross Docking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D9D216-CAA6-044C-1126-9D1D39BE2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B1DC23-12AC-4B08-E94B-64B248D40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: Rounded Corners 208">
            <a:extLst>
              <a:ext uri="{FF2B5EF4-FFF2-40B4-BE49-F238E27FC236}">
                <a16:creationId xmlns:a16="http://schemas.microsoft.com/office/drawing/2014/main" id="{F910C437-B611-6AC1-EE44-6C5F17579B02}"/>
              </a:ext>
            </a:extLst>
          </p:cNvPr>
          <p:cNvSpPr/>
          <p:nvPr/>
        </p:nvSpPr>
        <p:spPr>
          <a:xfrm>
            <a:off x="1595095" y="2556485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+mj-lt"/>
              </a:rPr>
              <a:t>WMS</a:t>
            </a:r>
          </a:p>
        </p:txBody>
      </p:sp>
      <p:sp>
        <p:nvSpPr>
          <p:cNvPr id="5" name="Rectangle: Rounded Corners 208">
            <a:extLst>
              <a:ext uri="{FF2B5EF4-FFF2-40B4-BE49-F238E27FC236}">
                <a16:creationId xmlns:a16="http://schemas.microsoft.com/office/drawing/2014/main" id="{616C7D1C-C62A-ACE9-D57E-9E5FE5FE16F2}"/>
              </a:ext>
            </a:extLst>
          </p:cNvPr>
          <p:cNvSpPr/>
          <p:nvPr/>
        </p:nvSpPr>
        <p:spPr>
          <a:xfrm>
            <a:off x="8192434" y="1371107"/>
            <a:ext cx="1327432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+mj-lt"/>
              </a:rPr>
              <a:t>Agent 1</a:t>
            </a:r>
          </a:p>
        </p:txBody>
      </p:sp>
      <p:sp>
        <p:nvSpPr>
          <p:cNvPr id="11" name="Rectangle: Rounded Corners 208">
            <a:extLst>
              <a:ext uri="{FF2B5EF4-FFF2-40B4-BE49-F238E27FC236}">
                <a16:creationId xmlns:a16="http://schemas.microsoft.com/office/drawing/2014/main" id="{9A81DE4D-4124-E283-B1FA-27EA0C44C634}"/>
              </a:ext>
            </a:extLst>
          </p:cNvPr>
          <p:cNvSpPr/>
          <p:nvPr/>
        </p:nvSpPr>
        <p:spPr>
          <a:xfrm>
            <a:off x="8192434" y="3869423"/>
            <a:ext cx="1327432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latin typeface="+mj-lt"/>
              </a:rPr>
              <a:t>Agent 2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2152BEE6-88A4-C01B-1266-2085CBC31C53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2922527" y="2814897"/>
            <a:ext cx="5269907" cy="1312938"/>
          </a:xfrm>
          <a:prstGeom prst="bentConnector3">
            <a:avLst>
              <a:gd name="adj1" fmla="val 53072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30" name="Picture 6" descr="Semi-Trailer Truck Transportation Trucks&quot; Poster for Sale by idovedesign |  Redbubble">
            <a:extLst>
              <a:ext uri="{FF2B5EF4-FFF2-40B4-BE49-F238E27FC236}">
                <a16:creationId xmlns:a16="http://schemas.microsoft.com/office/drawing/2014/main" id="{9C27B270-2BB4-CC5C-3FFC-857EBBBE6C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167" b="61167" l="14167" r="85167">
                        <a14:foregroundMark x1="17667" y1="52333" x2="17667" y2="52333"/>
                        <a14:foregroundMark x1="69833" y1="56167" x2="69833" y2="56167"/>
                        <a14:foregroundMark x1="47500" y1="57000" x2="47500" y2="57000"/>
                        <a14:foregroundMark x1="80500" y1="55333" x2="80500" y2="55333"/>
                        <a14:foregroundMark x1="84333" y1="56000" x2="84333" y2="56000"/>
                        <a14:foregroundMark x1="85333" y1="56500" x2="85333" y2="56500"/>
                        <a14:foregroundMark x1="85333" y1="51667" x2="85333" y2="51667"/>
                        <a14:foregroundMark x1="47500" y1="57667" x2="47500" y2="57667"/>
                        <a14:foregroundMark x1="47500" y1="58333" x2="47500" y2="58333"/>
                        <a14:foregroundMark x1="62167" y1="57500" x2="62167" y2="57500"/>
                        <a14:foregroundMark x1="79500" y1="57667" x2="79500" y2="57667"/>
                        <a14:foregroundMark x1="16167" y1="45000" x2="16167" y2="45000"/>
                        <a14:foregroundMark x1="14167" y1="57167" x2="14167" y2="57167"/>
                        <a14:foregroundMark x1="33167" y1="54833" x2="33167" y2="54833"/>
                        <a14:foregroundMark x1="41333" y1="58167" x2="41333" y2="58167"/>
                        <a14:foregroundMark x1="42167" y1="57833" x2="42167" y2="57833"/>
                        <a14:foregroundMark x1="28500" y1="57500" x2="28500" y2="5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925" t="36561" r="10925" b="35948"/>
          <a:stretch>
            <a:fillRect/>
          </a:stretch>
        </p:blipFill>
        <p:spPr bwMode="auto">
          <a:xfrm flipH="1">
            <a:off x="1981877" y="2906155"/>
            <a:ext cx="1985507" cy="69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ruck, transport Icon">
            <a:extLst>
              <a:ext uri="{FF2B5EF4-FFF2-40B4-BE49-F238E27FC236}">
                <a16:creationId xmlns:a16="http://schemas.microsoft.com/office/drawing/2014/main" id="{0EC7FA5A-9B5B-F353-953E-738871F3D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694" y="1497063"/>
            <a:ext cx="1058344" cy="105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truck, transport Icon">
            <a:extLst>
              <a:ext uri="{FF2B5EF4-FFF2-40B4-BE49-F238E27FC236}">
                <a16:creationId xmlns:a16="http://schemas.microsoft.com/office/drawing/2014/main" id="{1ED4AA51-4D6F-CF48-70F0-6A01B7ED3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342" y="3992414"/>
            <a:ext cx="1058344" cy="105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BE22CD2-07F0-BA93-E12A-FE26F02F7796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2922527" y="1629519"/>
            <a:ext cx="5269907" cy="1185378"/>
          </a:xfrm>
          <a:prstGeom prst="bentConnector3">
            <a:avLst>
              <a:gd name="adj1" fmla="val 5307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26" name="Picture 2" descr="Warehouse logo Images - Free Download on Freepik">
            <a:extLst>
              <a:ext uri="{FF2B5EF4-FFF2-40B4-BE49-F238E27FC236}">
                <a16:creationId xmlns:a16="http://schemas.microsoft.com/office/drawing/2014/main" id="{A6ACB160-62A5-AD41-CD8A-BF5982B077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19" t="22314" r="34395" b="40851"/>
          <a:stretch>
            <a:fillRect/>
          </a:stretch>
        </p:blipFill>
        <p:spPr bwMode="auto">
          <a:xfrm>
            <a:off x="5012242" y="2312827"/>
            <a:ext cx="1317085" cy="92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8BF6132-9320-C9BE-7DCD-AD20587E35EE}"/>
              </a:ext>
            </a:extLst>
          </p:cNvPr>
          <p:cNvSpPr txBox="1"/>
          <p:nvPr/>
        </p:nvSpPr>
        <p:spPr>
          <a:xfrm>
            <a:off x="1981877" y="3866224"/>
            <a:ext cx="2162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Doc No: </a:t>
            </a:r>
            <a:r>
              <a:rPr lang="en-US" sz="1400" b="1">
                <a:solidFill>
                  <a:srgbClr val="0070C0"/>
                </a:solidFill>
              </a:rPr>
              <a:t>CIO-01</a:t>
            </a:r>
            <a:b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Item: A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Qty : 100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AACD20-9D90-E45C-E6B8-A084BC6105B3}"/>
              </a:ext>
            </a:extLst>
          </p:cNvPr>
          <p:cNvSpPr txBox="1"/>
          <p:nvPr/>
        </p:nvSpPr>
        <p:spPr>
          <a:xfrm>
            <a:off x="8889940" y="2416788"/>
            <a:ext cx="2162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Doc No: </a:t>
            </a:r>
            <a:r>
              <a:rPr lang="en-US" sz="1400" b="1">
                <a:solidFill>
                  <a:srgbClr val="0070C0"/>
                </a:solidFill>
              </a:rPr>
              <a:t>COO-</a:t>
            </a:r>
            <a:r>
              <a:rPr 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01</a:t>
            </a:r>
            <a:br>
              <a:rPr lang="en-US" sz="1400" b="1">
                <a:solidFill>
                  <a:srgbClr val="0070C0"/>
                </a:solidFill>
              </a:rPr>
            </a:b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Item: A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Qty : 50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0F1583-6CF8-25AC-C6DC-042CE0906451}"/>
              </a:ext>
            </a:extLst>
          </p:cNvPr>
          <p:cNvSpPr txBox="1"/>
          <p:nvPr/>
        </p:nvSpPr>
        <p:spPr>
          <a:xfrm>
            <a:off x="8889940" y="4921501"/>
            <a:ext cx="2162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Doc No: </a:t>
            </a:r>
            <a:r>
              <a:rPr lang="en-US" sz="1400" b="1">
                <a:solidFill>
                  <a:srgbClr val="0070C0"/>
                </a:solidFill>
              </a:rPr>
              <a:t>COO-</a:t>
            </a:r>
            <a:r>
              <a:rPr 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02</a:t>
            </a:r>
            <a:br>
              <a:rPr lang="en-US" sz="1400" b="1">
                <a:solidFill>
                  <a:srgbClr val="0070C0"/>
                </a:solidFill>
              </a:rPr>
            </a:br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Item: A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Qty : 50</a:t>
            </a:r>
          </a:p>
        </p:txBody>
      </p:sp>
    </p:spTree>
    <p:extLst>
      <p:ext uri="{BB962C8B-B14F-4D97-AF65-F5344CB8AC3E}">
        <p14:creationId xmlns:p14="http://schemas.microsoft.com/office/powerpoint/2010/main" val="22607966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DFEEA4-C816-F854-E58B-B45051E18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7A2FFA-476D-81D2-CEB4-FFA01096C0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33970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Kanit Medium" panose="00000600000000000000" pitchFamily="2" charset="-34"/>
                <a:cs typeface="Kanit Medium" panose="00000600000000000000" pitchFamily="2" charset="-34"/>
              </a:rPr>
              <a:t>Cross Docking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077E6F-143A-81DC-C742-6BFB304F4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6E5C18-BC59-4B25-2B21-A26498B5A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: Rounded Corners 208">
            <a:extLst>
              <a:ext uri="{FF2B5EF4-FFF2-40B4-BE49-F238E27FC236}">
                <a16:creationId xmlns:a16="http://schemas.microsoft.com/office/drawing/2014/main" id="{F9C364AE-0ECD-92C2-069C-67281DB6882B}"/>
              </a:ext>
            </a:extLst>
          </p:cNvPr>
          <p:cNvSpPr/>
          <p:nvPr/>
        </p:nvSpPr>
        <p:spPr>
          <a:xfrm>
            <a:off x="1476562" y="1169136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err="1">
                <a:latin typeface="+mj-lt"/>
              </a:rPr>
              <a:t>Bangna</a:t>
            </a:r>
            <a:r>
              <a:rPr lang="en-US" sz="1600" b="1">
                <a:latin typeface="+mj-lt"/>
              </a:rPr>
              <a:t> WH</a:t>
            </a:r>
          </a:p>
        </p:txBody>
      </p:sp>
      <p:sp>
        <p:nvSpPr>
          <p:cNvPr id="24" name="Rectangle: Rounded Corners 208">
            <a:extLst>
              <a:ext uri="{FF2B5EF4-FFF2-40B4-BE49-F238E27FC236}">
                <a16:creationId xmlns:a16="http://schemas.microsoft.com/office/drawing/2014/main" id="{7DD6DD6F-0148-BAD6-2165-FF7D4826E279}"/>
              </a:ext>
            </a:extLst>
          </p:cNvPr>
          <p:cNvSpPr/>
          <p:nvPr/>
        </p:nvSpPr>
        <p:spPr>
          <a:xfrm>
            <a:off x="8353300" y="1169136"/>
            <a:ext cx="1327432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+mj-lt"/>
              </a:rPr>
              <a:t>Agent 1, Agent 2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335738-7B98-3C57-AD6D-A047AD0FFBEB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2803994" y="1427548"/>
            <a:ext cx="5549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6271651-30EE-2D7C-8FCC-6173B4D6ABAC}"/>
              </a:ext>
            </a:extLst>
          </p:cNvPr>
          <p:cNvSpPr txBox="1"/>
          <p:nvPr/>
        </p:nvSpPr>
        <p:spPr>
          <a:xfrm>
            <a:off x="5222103" y="1088993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</a:rPr>
              <a:t>Shipment#1</a:t>
            </a:r>
          </a:p>
        </p:txBody>
      </p:sp>
      <p:sp>
        <p:nvSpPr>
          <p:cNvPr id="30" name="Rectangle: Rounded Corners 208">
            <a:extLst>
              <a:ext uri="{FF2B5EF4-FFF2-40B4-BE49-F238E27FC236}">
                <a16:creationId xmlns:a16="http://schemas.microsoft.com/office/drawing/2014/main" id="{6A3AD34B-8D05-3787-316C-D94156D83674}"/>
              </a:ext>
            </a:extLst>
          </p:cNvPr>
          <p:cNvSpPr/>
          <p:nvPr/>
        </p:nvSpPr>
        <p:spPr>
          <a:xfrm>
            <a:off x="1476562" y="1953402"/>
            <a:ext cx="1327432" cy="1600556"/>
          </a:xfrm>
          <a:prstGeom prst="roundRect">
            <a:avLst>
              <a:gd name="adj" fmla="val 12840"/>
            </a:avLst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err="1">
                <a:latin typeface="+mj-lt"/>
              </a:rPr>
              <a:t>Bangna</a:t>
            </a:r>
            <a:r>
              <a:rPr lang="en-US" sz="1600" b="1">
                <a:latin typeface="+mj-lt"/>
              </a:rPr>
              <a:t> WH</a:t>
            </a:r>
          </a:p>
        </p:txBody>
      </p:sp>
      <p:sp>
        <p:nvSpPr>
          <p:cNvPr id="31" name="Rectangle: Rounded Corners 208">
            <a:extLst>
              <a:ext uri="{FF2B5EF4-FFF2-40B4-BE49-F238E27FC236}">
                <a16:creationId xmlns:a16="http://schemas.microsoft.com/office/drawing/2014/main" id="{AC193719-E9BA-65F4-E1DF-DCF7E981F786}"/>
              </a:ext>
            </a:extLst>
          </p:cNvPr>
          <p:cNvSpPr/>
          <p:nvPr/>
        </p:nvSpPr>
        <p:spPr>
          <a:xfrm>
            <a:off x="4482229" y="1953401"/>
            <a:ext cx="2011704" cy="1600557"/>
          </a:xfrm>
          <a:prstGeom prst="roundRect">
            <a:avLst>
              <a:gd name="adj" fmla="val 10319"/>
            </a:avLst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+mj-lt"/>
              </a:rPr>
              <a:t>(DC) HUB </a:t>
            </a:r>
            <a:r>
              <a:rPr lang="en-US" sz="1600" b="1" err="1">
                <a:latin typeface="+mj-lt"/>
              </a:rPr>
              <a:t>SamutPrakarn</a:t>
            </a:r>
            <a:endParaRPr lang="en-US" sz="1600" b="1">
              <a:latin typeface="+mj-lt"/>
            </a:endParaRPr>
          </a:p>
        </p:txBody>
      </p:sp>
      <p:sp>
        <p:nvSpPr>
          <p:cNvPr id="32" name="Rectangle: Rounded Corners 208">
            <a:extLst>
              <a:ext uri="{FF2B5EF4-FFF2-40B4-BE49-F238E27FC236}">
                <a16:creationId xmlns:a16="http://schemas.microsoft.com/office/drawing/2014/main" id="{9B94372E-7594-B8F2-EE8E-7F6EC5960E7D}"/>
              </a:ext>
            </a:extLst>
          </p:cNvPr>
          <p:cNvSpPr/>
          <p:nvPr/>
        </p:nvSpPr>
        <p:spPr>
          <a:xfrm>
            <a:off x="8353300" y="1953401"/>
            <a:ext cx="1327432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+mj-lt"/>
              </a:rPr>
              <a:t>Agent 1</a:t>
            </a:r>
          </a:p>
        </p:txBody>
      </p:sp>
      <p:sp>
        <p:nvSpPr>
          <p:cNvPr id="33" name="Rectangle: Rounded Corners 208">
            <a:extLst>
              <a:ext uri="{FF2B5EF4-FFF2-40B4-BE49-F238E27FC236}">
                <a16:creationId xmlns:a16="http://schemas.microsoft.com/office/drawing/2014/main" id="{A3F2F8CB-B51F-42BA-0568-EF14F1EFB72A}"/>
              </a:ext>
            </a:extLst>
          </p:cNvPr>
          <p:cNvSpPr/>
          <p:nvPr/>
        </p:nvSpPr>
        <p:spPr>
          <a:xfrm>
            <a:off x="8353300" y="3037136"/>
            <a:ext cx="1327432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+mj-lt"/>
              </a:rPr>
              <a:t>Agent 2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7918C5-3BCB-DAB5-E8D4-CC836D0FE3A5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2803994" y="2753680"/>
            <a:ext cx="16782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360A415-A541-C6F0-E72D-3A9532BE9209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6493933" y="2211813"/>
            <a:ext cx="1859367" cy="5418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A4DF618-9A28-277A-4CB0-281579B47BEE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6493933" y="2753680"/>
            <a:ext cx="1859367" cy="54186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F93282B-EE4F-CFF3-F38A-1ABEE9CAE762}"/>
              </a:ext>
            </a:extLst>
          </p:cNvPr>
          <p:cNvSpPr txBox="1"/>
          <p:nvPr/>
        </p:nvSpPr>
        <p:spPr>
          <a:xfrm>
            <a:off x="3227773" y="2300947"/>
            <a:ext cx="5725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</a:rPr>
              <a:t>CIO#1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D4AA9E-9281-0170-243F-AB751677FED9}"/>
              </a:ext>
            </a:extLst>
          </p:cNvPr>
          <p:cNvSpPr txBox="1"/>
          <p:nvPr/>
        </p:nvSpPr>
        <p:spPr>
          <a:xfrm>
            <a:off x="7632275" y="187325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</a:rPr>
              <a:t>COO#1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001474-B471-2A5B-0632-EF6BD6357725}"/>
              </a:ext>
            </a:extLst>
          </p:cNvPr>
          <p:cNvSpPr txBox="1"/>
          <p:nvPr/>
        </p:nvSpPr>
        <p:spPr>
          <a:xfrm>
            <a:off x="7632274" y="2927179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+mj-lt"/>
              </a:rPr>
              <a:t>COO#2</a:t>
            </a:r>
          </a:p>
        </p:txBody>
      </p:sp>
    </p:spTree>
    <p:extLst>
      <p:ext uri="{BB962C8B-B14F-4D97-AF65-F5344CB8AC3E}">
        <p14:creationId xmlns:p14="http://schemas.microsoft.com/office/powerpoint/2010/main" val="23687750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8320C3-4A53-A191-7DAB-F3EB8E3D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62913E-C8E6-6D58-D37E-CD6A4F525C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911" y="339700"/>
            <a:ext cx="10719749" cy="516823"/>
          </a:xfrm>
        </p:spPr>
        <p:txBody>
          <a:bodyPr vert="horz" lIns="91440" tIns="45720" rIns="91440" bIns="45720" anchor="t"/>
          <a:lstStyle/>
          <a:p>
            <a:r>
              <a:rPr lang="en-US" b="1">
                <a:latin typeface="+mj-lt"/>
                <a:cs typeface="+mn-cs"/>
              </a:rPr>
              <a:t>Cross Docking Flow - Location master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0215CB-87D7-49D4-6282-C8DEE4A21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104F63-1FF9-7CE9-58E6-2C3486C3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: Rounded Corners 208">
            <a:extLst>
              <a:ext uri="{FF2B5EF4-FFF2-40B4-BE49-F238E27FC236}">
                <a16:creationId xmlns:a16="http://schemas.microsoft.com/office/drawing/2014/main" id="{19DCA27B-6049-18DC-9F52-9C93A65146B4}"/>
              </a:ext>
            </a:extLst>
          </p:cNvPr>
          <p:cNvSpPr/>
          <p:nvPr/>
        </p:nvSpPr>
        <p:spPr>
          <a:xfrm>
            <a:off x="1352737" y="2016861"/>
            <a:ext cx="1327432" cy="973989"/>
          </a:xfrm>
          <a:prstGeom prst="roundRect">
            <a:avLst>
              <a:gd name="adj" fmla="val 9434"/>
            </a:avLst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latin typeface="+mj-lt"/>
              </a:rPr>
              <a:t>Location Code</a:t>
            </a:r>
          </a:p>
          <a:p>
            <a:r>
              <a:rPr lang="en-US" sz="1100" b="1"/>
              <a:t>Location Name</a:t>
            </a:r>
          </a:p>
          <a:p>
            <a:r>
              <a:rPr lang="en-US" sz="1100" b="1"/>
              <a:t>Warehouse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43A26-F3D2-15C3-88A4-4D1754A2B258}"/>
              </a:ext>
            </a:extLst>
          </p:cNvPr>
          <p:cNvSpPr txBox="1"/>
          <p:nvPr/>
        </p:nvSpPr>
        <p:spPr>
          <a:xfrm>
            <a:off x="1352737" y="1245082"/>
            <a:ext cx="1580963" cy="30777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FTD Data Center</a:t>
            </a:r>
          </a:p>
        </p:txBody>
      </p:sp>
      <p:sp>
        <p:nvSpPr>
          <p:cNvPr id="7" name="Rectangle: Rounded Corners 208">
            <a:extLst>
              <a:ext uri="{FF2B5EF4-FFF2-40B4-BE49-F238E27FC236}">
                <a16:creationId xmlns:a16="http://schemas.microsoft.com/office/drawing/2014/main" id="{1B1BC958-E397-5FA2-3750-96C8242978C4}"/>
              </a:ext>
            </a:extLst>
          </p:cNvPr>
          <p:cNvSpPr/>
          <p:nvPr/>
        </p:nvSpPr>
        <p:spPr>
          <a:xfrm>
            <a:off x="3886387" y="2016860"/>
            <a:ext cx="1327432" cy="973989"/>
          </a:xfrm>
          <a:prstGeom prst="roundRect">
            <a:avLst>
              <a:gd name="adj" fmla="val 9434"/>
            </a:avLst>
          </a:prstGeom>
          <a:solidFill>
            <a:schemeClr val="accent1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latin typeface="+mj-lt"/>
              </a:rPr>
              <a:t>Location Code</a:t>
            </a:r>
          </a:p>
          <a:p>
            <a:r>
              <a:rPr lang="en-US" sz="1100" b="1"/>
              <a:t>Location Name</a:t>
            </a:r>
          </a:p>
          <a:p>
            <a:r>
              <a:rPr lang="en-US" sz="1100" b="1"/>
              <a:t>Warehouse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17EA2-79B6-9CAC-5ABC-6AFD928653C9}"/>
              </a:ext>
            </a:extLst>
          </p:cNvPr>
          <p:cNvSpPr txBox="1"/>
          <p:nvPr/>
        </p:nvSpPr>
        <p:spPr>
          <a:xfrm>
            <a:off x="3886387" y="1245081"/>
            <a:ext cx="7318657" cy="307777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Cross Dock</a:t>
            </a:r>
          </a:p>
        </p:txBody>
      </p:sp>
      <p:sp>
        <p:nvSpPr>
          <p:cNvPr id="10" name="Rectangle: Rounded Corners 208">
            <a:extLst>
              <a:ext uri="{FF2B5EF4-FFF2-40B4-BE49-F238E27FC236}">
                <a16:creationId xmlns:a16="http://schemas.microsoft.com/office/drawing/2014/main" id="{61748388-3D00-73BA-0A34-9FC9E2EE2490}"/>
              </a:ext>
            </a:extLst>
          </p:cNvPr>
          <p:cNvSpPr/>
          <p:nvPr/>
        </p:nvSpPr>
        <p:spPr>
          <a:xfrm>
            <a:off x="5213818" y="3918854"/>
            <a:ext cx="1616031" cy="973989"/>
          </a:xfrm>
          <a:prstGeom prst="roundRect">
            <a:avLst>
              <a:gd name="adj" fmla="val 9434"/>
            </a:avLst>
          </a:prstGeom>
          <a:solidFill>
            <a:schemeClr val="accent1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latin typeface="+mj-lt"/>
              </a:rPr>
              <a:t>Assign Dock</a:t>
            </a:r>
          </a:p>
          <a:p>
            <a:pPr marL="171450" indent="-171450">
              <a:buFontTx/>
              <a:buChar char="-"/>
            </a:pPr>
            <a:r>
              <a:rPr lang="en-US" sz="1100" b="1">
                <a:latin typeface="+mj-lt"/>
              </a:rPr>
              <a:t>Receiving Dock</a:t>
            </a:r>
          </a:p>
          <a:p>
            <a:pPr marL="171450" indent="-171450">
              <a:buFontTx/>
              <a:buChar char="-"/>
            </a:pPr>
            <a:r>
              <a:rPr lang="en-US" sz="1100" b="1">
                <a:latin typeface="+mj-lt"/>
              </a:rPr>
              <a:t>Shipping Dock</a:t>
            </a:r>
            <a:endParaRPr lang="en-US" sz="1100" b="1"/>
          </a:p>
        </p:txBody>
      </p:sp>
      <p:sp>
        <p:nvSpPr>
          <p:cNvPr id="11" name="Rectangle: Rounded Corners 208">
            <a:extLst>
              <a:ext uri="{FF2B5EF4-FFF2-40B4-BE49-F238E27FC236}">
                <a16:creationId xmlns:a16="http://schemas.microsoft.com/office/drawing/2014/main" id="{915EED3A-6DC4-0CD8-9B86-CD84F9EF1DF1}"/>
              </a:ext>
            </a:extLst>
          </p:cNvPr>
          <p:cNvSpPr/>
          <p:nvPr/>
        </p:nvSpPr>
        <p:spPr>
          <a:xfrm>
            <a:off x="7527970" y="3918853"/>
            <a:ext cx="1616030" cy="973989"/>
          </a:xfrm>
          <a:prstGeom prst="roundRect">
            <a:avLst>
              <a:gd name="adj" fmla="val 9434"/>
            </a:avLst>
          </a:prstGeom>
          <a:solidFill>
            <a:schemeClr val="accent1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latin typeface="+mj-lt"/>
              </a:rPr>
              <a:t>User Authentication </a:t>
            </a:r>
          </a:p>
          <a:p>
            <a:r>
              <a:rPr lang="en-US" sz="1100" b="1">
                <a:latin typeface="+mj-lt"/>
              </a:rPr>
              <a:t>&amp; Access Location</a:t>
            </a:r>
            <a:endParaRPr lang="en-US" sz="1100" b="1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D14143-57D3-4851-8544-84841196D3E2}"/>
              </a:ext>
            </a:extLst>
          </p:cNvPr>
          <p:cNvCxnSpPr>
            <a:stCxn id="23" idx="3"/>
            <a:endCxn id="7" idx="1"/>
          </p:cNvCxnSpPr>
          <p:nvPr/>
        </p:nvCxnSpPr>
        <p:spPr>
          <a:xfrm flipV="1">
            <a:off x="2680169" y="2503855"/>
            <a:ext cx="12062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5155A9-FF98-FEB4-9F72-F9EA866184C3}"/>
              </a:ext>
            </a:extLst>
          </p:cNvPr>
          <p:cNvCxnSpPr>
            <a:cxnSpLocks/>
            <a:stCxn id="28" idx="1"/>
            <a:endCxn id="7" idx="3"/>
          </p:cNvCxnSpPr>
          <p:nvPr/>
        </p:nvCxnSpPr>
        <p:spPr>
          <a:xfrm flipH="1">
            <a:off x="5213819" y="2503855"/>
            <a:ext cx="1234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A411C56-2E58-B06E-5C68-6752226DEAF3}"/>
              </a:ext>
            </a:extLst>
          </p:cNvPr>
          <p:cNvSpPr txBox="1"/>
          <p:nvPr/>
        </p:nvSpPr>
        <p:spPr>
          <a:xfrm>
            <a:off x="1352737" y="1619474"/>
            <a:ext cx="1580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10,000 Locations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91BA43-86F5-307B-BF4A-41D0C0BDD11E}"/>
              </a:ext>
            </a:extLst>
          </p:cNvPr>
          <p:cNvSpPr txBox="1"/>
          <p:nvPr/>
        </p:nvSpPr>
        <p:spPr>
          <a:xfrm>
            <a:off x="3886387" y="1638107"/>
            <a:ext cx="1580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10,000 Locations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76FD6-ADEF-7D55-A25A-14324B4A4A6E}"/>
              </a:ext>
            </a:extLst>
          </p:cNvPr>
          <p:cNvSpPr txBox="1"/>
          <p:nvPr/>
        </p:nvSpPr>
        <p:spPr>
          <a:xfrm>
            <a:off x="6420037" y="1657381"/>
            <a:ext cx="1580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500 Locations</a:t>
            </a:r>
          </a:p>
        </p:txBody>
      </p:sp>
      <p:sp>
        <p:nvSpPr>
          <p:cNvPr id="25" name="Rectangle: Rounded Corners 208">
            <a:extLst>
              <a:ext uri="{FF2B5EF4-FFF2-40B4-BE49-F238E27FC236}">
                <a16:creationId xmlns:a16="http://schemas.microsoft.com/office/drawing/2014/main" id="{1C90C93A-D56E-9052-CA98-7EC859D22EF8}"/>
              </a:ext>
            </a:extLst>
          </p:cNvPr>
          <p:cNvSpPr/>
          <p:nvPr/>
        </p:nvSpPr>
        <p:spPr>
          <a:xfrm>
            <a:off x="9877612" y="2336556"/>
            <a:ext cx="1327432" cy="334595"/>
          </a:xfrm>
          <a:prstGeom prst="roundRect">
            <a:avLst>
              <a:gd name="adj" fmla="val 20821"/>
            </a:avLst>
          </a:prstGeom>
          <a:solidFill>
            <a:schemeClr val="accent1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latin typeface="+mj-lt"/>
              </a:rPr>
              <a:t>CIO</a:t>
            </a:r>
            <a:endParaRPr lang="en-US" sz="1100" b="1"/>
          </a:p>
        </p:txBody>
      </p:sp>
      <p:sp>
        <p:nvSpPr>
          <p:cNvPr id="26" name="Rectangle: Rounded Corners 208">
            <a:extLst>
              <a:ext uri="{FF2B5EF4-FFF2-40B4-BE49-F238E27FC236}">
                <a16:creationId xmlns:a16="http://schemas.microsoft.com/office/drawing/2014/main" id="{31DFD661-9577-D837-2E20-7F49B34DB34B}"/>
              </a:ext>
            </a:extLst>
          </p:cNvPr>
          <p:cNvSpPr/>
          <p:nvPr/>
        </p:nvSpPr>
        <p:spPr>
          <a:xfrm>
            <a:off x="9877612" y="3185503"/>
            <a:ext cx="1327432" cy="334595"/>
          </a:xfrm>
          <a:prstGeom prst="roundRect">
            <a:avLst>
              <a:gd name="adj" fmla="val 20821"/>
            </a:avLst>
          </a:prstGeom>
          <a:solidFill>
            <a:schemeClr val="accent1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latin typeface="+mj-lt"/>
              </a:rPr>
              <a:t>COO</a:t>
            </a:r>
            <a:endParaRPr lang="en-US" sz="1100" b="1"/>
          </a:p>
        </p:txBody>
      </p:sp>
      <p:sp>
        <p:nvSpPr>
          <p:cNvPr id="28" name="Rectangle: Rounded Corners 208">
            <a:extLst>
              <a:ext uri="{FF2B5EF4-FFF2-40B4-BE49-F238E27FC236}">
                <a16:creationId xmlns:a16="http://schemas.microsoft.com/office/drawing/2014/main" id="{255BBDEC-26D1-BEB9-D380-A1484E45C12C}"/>
              </a:ext>
            </a:extLst>
          </p:cNvPr>
          <p:cNvSpPr/>
          <p:nvPr/>
        </p:nvSpPr>
        <p:spPr>
          <a:xfrm>
            <a:off x="6448612" y="2336557"/>
            <a:ext cx="1327432" cy="334595"/>
          </a:xfrm>
          <a:prstGeom prst="roundRect">
            <a:avLst>
              <a:gd name="adj" fmla="val 23668"/>
            </a:avLst>
          </a:prstGeom>
          <a:solidFill>
            <a:schemeClr val="accent1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latin typeface="+mj-lt"/>
              </a:rPr>
              <a:t>Select HUB</a:t>
            </a:r>
            <a:endParaRPr lang="en-US" sz="1100" b="1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1D46C41-9BDC-F710-1E16-F554A624834C}"/>
              </a:ext>
            </a:extLst>
          </p:cNvPr>
          <p:cNvCxnSpPr>
            <a:cxnSpLocks/>
            <a:stCxn id="28" idx="2"/>
            <a:endCxn id="11" idx="0"/>
          </p:cNvCxnSpPr>
          <p:nvPr/>
        </p:nvCxnSpPr>
        <p:spPr>
          <a:xfrm rot="16200000" flipH="1">
            <a:off x="7100306" y="2683173"/>
            <a:ext cx="1247701" cy="1223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382E4E-418B-5465-CA66-B01C5E7C0B3D}"/>
              </a:ext>
            </a:extLst>
          </p:cNvPr>
          <p:cNvCxnSpPr>
            <a:cxnSpLocks/>
            <a:stCxn id="25" idx="1"/>
            <a:endCxn id="28" idx="3"/>
          </p:cNvCxnSpPr>
          <p:nvPr/>
        </p:nvCxnSpPr>
        <p:spPr>
          <a:xfrm flipH="1">
            <a:off x="7776044" y="2503854"/>
            <a:ext cx="21015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B21F39C8-ECEA-40B7-5BD3-E71BB13AC79A}"/>
              </a:ext>
            </a:extLst>
          </p:cNvPr>
          <p:cNvCxnSpPr>
            <a:cxnSpLocks/>
            <a:stCxn id="26" idx="1"/>
            <a:endCxn id="28" idx="3"/>
          </p:cNvCxnSpPr>
          <p:nvPr/>
        </p:nvCxnSpPr>
        <p:spPr>
          <a:xfrm rot="10800000">
            <a:off x="7776044" y="2503855"/>
            <a:ext cx="2101568" cy="8489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259C902-AA63-B631-7D04-638C8EC1E21E}"/>
              </a:ext>
            </a:extLst>
          </p:cNvPr>
          <p:cNvSpPr txBox="1"/>
          <p:nvPr/>
        </p:nvSpPr>
        <p:spPr>
          <a:xfrm>
            <a:off x="8312994" y="2289400"/>
            <a:ext cx="1580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chemeClr val="tx1">
                    <a:lumMod val="65000"/>
                    <a:lumOff val="35000"/>
                  </a:schemeClr>
                </a:solidFill>
              </a:rPr>
              <a:t>Check Location</a:t>
            </a: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88DE89C7-5E0E-E049-B806-83B03D1711D0}"/>
              </a:ext>
            </a:extLst>
          </p:cNvPr>
          <p:cNvCxnSpPr>
            <a:cxnSpLocks/>
            <a:stCxn id="28" idx="2"/>
            <a:endCxn id="10" idx="0"/>
          </p:cNvCxnSpPr>
          <p:nvPr/>
        </p:nvCxnSpPr>
        <p:spPr>
          <a:xfrm rot="5400000">
            <a:off x="5943230" y="2749756"/>
            <a:ext cx="1247702" cy="10904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6001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045888-C0E8-1C80-4F1A-C45D9ED9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31867D-0CB8-5666-217F-774AE49332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>
                <a:latin typeface="Kanit Medium" panose="00000600000000000000" pitchFamily="2" charset="-34"/>
                <a:cs typeface="Kanit Medium" panose="00000600000000000000" pitchFamily="2" charset="-34"/>
              </a:rPr>
              <a:t>System Flow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7799D-80A0-11BA-F751-C92737A217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End to End</a:t>
            </a:r>
            <a:r>
              <a:rPr lang="th-TH"/>
              <a:t> </a:t>
            </a:r>
            <a:r>
              <a:rPr lang="en-US"/>
              <a:t>Cross Docking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56C9D-77A2-6C99-2E7B-38C30F9E3AA4}"/>
              </a:ext>
            </a:extLst>
          </p:cNvPr>
          <p:cNvSpPr txBox="1"/>
          <p:nvPr/>
        </p:nvSpPr>
        <p:spPr>
          <a:xfrm>
            <a:off x="104677" y="6141203"/>
            <a:ext cx="54771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rgbClr val="0070C0"/>
                </a:solidFill>
                <a:hlinkClick r:id="rId2"/>
              </a:rPr>
              <a:t>https://miro.com/app/board/uXjVJ9h9F5M=/?moveToWidget=3458764644635496543&amp;cot=14</a:t>
            </a:r>
            <a:r>
              <a:rPr lang="en-US" sz="1000">
                <a:solidFill>
                  <a:srgbClr val="0070C0"/>
                </a:solidFill>
              </a:rPr>
              <a:t>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49CB56F-5804-FFF7-1875-8377FB1A7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3566974"/>
              </p:ext>
            </p:extLst>
          </p:nvPr>
        </p:nvGraphicFramePr>
        <p:xfrm>
          <a:off x="647182" y="1218849"/>
          <a:ext cx="11182591" cy="716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2" name="Diagram 71">
            <a:extLst>
              <a:ext uri="{FF2B5EF4-FFF2-40B4-BE49-F238E27FC236}">
                <a16:creationId xmlns:a16="http://schemas.microsoft.com/office/drawing/2014/main" id="{EE119AF0-EE13-A15B-C8E9-B59C9CE48E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7609646"/>
              </p:ext>
            </p:extLst>
          </p:nvPr>
        </p:nvGraphicFramePr>
        <p:xfrm>
          <a:off x="159026" y="2108962"/>
          <a:ext cx="403465" cy="3919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5557CDDC-423E-8465-AA88-2BA806055599}"/>
              </a:ext>
            </a:extLst>
          </p:cNvPr>
          <p:cNvSpPr/>
          <p:nvPr/>
        </p:nvSpPr>
        <p:spPr>
          <a:xfrm>
            <a:off x="661772" y="2027146"/>
            <a:ext cx="691067" cy="397245"/>
          </a:xfrm>
          <a:prstGeom prst="roundRect">
            <a:avLst/>
          </a:prstGeom>
          <a:solidFill>
            <a:schemeClr val="bg2">
              <a:lumMod val="2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bg1"/>
                </a:solidFill>
                <a:latin typeface="+mj-lt"/>
              </a:rPr>
              <a:t>Create SO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299C416-6FC8-9DF6-9FA8-0F3D2158A6C6}"/>
              </a:ext>
            </a:extLst>
          </p:cNvPr>
          <p:cNvSpPr/>
          <p:nvPr/>
        </p:nvSpPr>
        <p:spPr>
          <a:xfrm>
            <a:off x="1565385" y="2034854"/>
            <a:ext cx="1466581" cy="375397"/>
          </a:xfrm>
          <a:prstGeom prst="roundRect">
            <a:avLst/>
          </a:prstGeom>
          <a:solidFill>
            <a:srgbClr val="80008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Manager Order &amp; Create TR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F8FF842-2614-3CEF-65DA-C4DD44E3DC30}"/>
              </a:ext>
            </a:extLst>
          </p:cNvPr>
          <p:cNvCxnSpPr>
            <a:cxnSpLocks/>
            <a:stCxn id="74" idx="3"/>
            <a:endCxn id="75" idx="1"/>
          </p:cNvCxnSpPr>
          <p:nvPr/>
        </p:nvCxnSpPr>
        <p:spPr>
          <a:xfrm flipV="1">
            <a:off x="1352839" y="2222553"/>
            <a:ext cx="212546" cy="321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8A34BF06-4938-C603-CF4C-2AC746BCCF4E}"/>
              </a:ext>
            </a:extLst>
          </p:cNvPr>
          <p:cNvSpPr/>
          <p:nvPr/>
        </p:nvSpPr>
        <p:spPr>
          <a:xfrm>
            <a:off x="1551131" y="2605658"/>
            <a:ext cx="1466581" cy="399225"/>
          </a:xfrm>
          <a:prstGeom prst="roundRect">
            <a:avLst/>
          </a:prstGeom>
          <a:solidFill>
            <a:srgbClr val="80008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Confirm TR</a:t>
            </a:r>
            <a:endParaRPr lang="en-US" sz="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64EEECF8-E95C-2960-6D2E-64B2BF29F211}"/>
              </a:ext>
            </a:extLst>
          </p:cNvPr>
          <p:cNvSpPr/>
          <p:nvPr/>
        </p:nvSpPr>
        <p:spPr>
          <a:xfrm>
            <a:off x="3244512" y="2019966"/>
            <a:ext cx="1083520" cy="40679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Get TR Info</a:t>
            </a:r>
            <a:endParaRPr lang="en-US" sz="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24501095-1B5D-EE70-A9B9-4C9FAA506827}"/>
              </a:ext>
            </a:extLst>
          </p:cNvPr>
          <p:cNvSpPr/>
          <p:nvPr/>
        </p:nvSpPr>
        <p:spPr>
          <a:xfrm>
            <a:off x="4374430" y="2953356"/>
            <a:ext cx="1365970" cy="440906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latin typeface="+mj-lt"/>
              </a:rPr>
              <a:t>Create Transport Order (TO) All Order Type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B395882-E7FA-1BE7-B96A-CEAA3BAB1652}"/>
              </a:ext>
            </a:extLst>
          </p:cNvPr>
          <p:cNvSpPr/>
          <p:nvPr/>
        </p:nvSpPr>
        <p:spPr>
          <a:xfrm>
            <a:off x="3244513" y="2611817"/>
            <a:ext cx="1083519" cy="393064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Suggest Location + Order Type</a:t>
            </a:r>
            <a:endParaRPr lang="en-US" sz="8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CFADAE5-D973-1BB2-DF54-49542158480A}"/>
              </a:ext>
            </a:extLst>
          </p:cNvPr>
          <p:cNvCxnSpPr>
            <a:cxnSpLocks/>
            <a:stCxn id="112" idx="2"/>
            <a:endCxn id="124" idx="0"/>
          </p:cNvCxnSpPr>
          <p:nvPr/>
        </p:nvCxnSpPr>
        <p:spPr>
          <a:xfrm>
            <a:off x="3786272" y="2426760"/>
            <a:ext cx="1" cy="185057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F891DB02-1B91-188F-548E-768338EBDE0D}"/>
              </a:ext>
            </a:extLst>
          </p:cNvPr>
          <p:cNvCxnSpPr>
            <a:cxnSpLocks/>
            <a:stCxn id="95" idx="2"/>
            <a:endCxn id="113" idx="1"/>
          </p:cNvCxnSpPr>
          <p:nvPr/>
        </p:nvCxnSpPr>
        <p:spPr>
          <a:xfrm rot="16200000" flipH="1">
            <a:off x="3244963" y="2044342"/>
            <a:ext cx="168926" cy="209000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2A4471B6-6056-5F4A-F0AC-CBE4443A3207}"/>
              </a:ext>
            </a:extLst>
          </p:cNvPr>
          <p:cNvSpPr/>
          <p:nvPr/>
        </p:nvSpPr>
        <p:spPr>
          <a:xfrm>
            <a:off x="4374429" y="2019966"/>
            <a:ext cx="1365971" cy="421682"/>
          </a:xfrm>
          <a:prstGeom prst="roundRect">
            <a:avLst/>
          </a:pr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latin typeface="+mj-lt"/>
              </a:rPr>
              <a:t>Create Shipment + Order Type (WH to Customer)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C47227E7-79D7-B54A-D7B9-74820A0DD50A}"/>
              </a:ext>
            </a:extLst>
          </p:cNvPr>
          <p:cNvCxnSpPr>
            <a:cxnSpLocks/>
            <a:stCxn id="113" idx="0"/>
            <a:endCxn id="162" idx="2"/>
          </p:cNvCxnSpPr>
          <p:nvPr/>
        </p:nvCxnSpPr>
        <p:spPr>
          <a:xfrm flipV="1">
            <a:off x="5057415" y="2441648"/>
            <a:ext cx="0" cy="511708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1C7E8595-6200-F081-A9D0-7747F3FB3347}"/>
              </a:ext>
            </a:extLst>
          </p:cNvPr>
          <p:cNvSpPr/>
          <p:nvPr/>
        </p:nvSpPr>
        <p:spPr>
          <a:xfrm>
            <a:off x="8620481" y="4623211"/>
            <a:ext cx="1164833" cy="490277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Auto  </a:t>
            </a:r>
          </a:p>
          <a:p>
            <a:pPr algn="ctr"/>
            <a:r>
              <a:rPr lang="en-US" sz="800">
                <a:latin typeface="+mj-lt"/>
              </a:rPr>
              <a:t>Matching COO &amp; CIO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F077D7AA-0FB5-5A8D-E554-9555E61083EC}"/>
              </a:ext>
            </a:extLst>
          </p:cNvPr>
          <p:cNvSpPr/>
          <p:nvPr/>
        </p:nvSpPr>
        <p:spPr>
          <a:xfrm>
            <a:off x="10383572" y="4620422"/>
            <a:ext cx="824583" cy="490276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Sorting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04324186-E5C0-8F8D-7E6A-D67A4BF1C3DE}"/>
              </a:ext>
            </a:extLst>
          </p:cNvPr>
          <p:cNvSpPr txBox="1"/>
          <p:nvPr/>
        </p:nvSpPr>
        <p:spPr>
          <a:xfrm>
            <a:off x="8206565" y="6128597"/>
            <a:ext cx="2383153" cy="158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chemeClr val="tx1">
                    <a:lumMod val="50000"/>
                    <a:lumOff val="50000"/>
                  </a:schemeClr>
                </a:solidFill>
                <a:latin typeface="Kanit Light"/>
              </a:rPr>
              <a:t>Stamp Actual Ship Date Time</a:t>
            </a:r>
          </a:p>
        </p:txBody>
      </p:sp>
      <p:cxnSp>
        <p:nvCxnSpPr>
          <p:cNvPr id="369" name="Straight Arrow Connector 368">
            <a:extLst>
              <a:ext uri="{FF2B5EF4-FFF2-40B4-BE49-F238E27FC236}">
                <a16:creationId xmlns:a16="http://schemas.microsoft.com/office/drawing/2014/main" id="{9F9C3D45-8F1D-7457-99E9-6E8599F0CC6D}"/>
              </a:ext>
            </a:extLst>
          </p:cNvPr>
          <p:cNvCxnSpPr>
            <a:cxnSpLocks/>
            <a:stCxn id="209" idx="3"/>
            <a:endCxn id="258" idx="1"/>
          </p:cNvCxnSpPr>
          <p:nvPr/>
        </p:nvCxnSpPr>
        <p:spPr>
          <a:xfrm flipV="1">
            <a:off x="9785314" y="4865560"/>
            <a:ext cx="598258" cy="279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EFF78426-8C41-FA9D-8FD5-8A2C78FFA3E0}"/>
              </a:ext>
            </a:extLst>
          </p:cNvPr>
          <p:cNvCxnSpPr>
            <a:cxnSpLocks/>
            <a:stCxn id="258" idx="2"/>
            <a:endCxn id="457" idx="0"/>
          </p:cNvCxnSpPr>
          <p:nvPr/>
        </p:nvCxnSpPr>
        <p:spPr>
          <a:xfrm>
            <a:off x="10795864" y="5110698"/>
            <a:ext cx="0" cy="254733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Rectangle: Rounded Corners 380">
            <a:extLst>
              <a:ext uri="{FF2B5EF4-FFF2-40B4-BE49-F238E27FC236}">
                <a16:creationId xmlns:a16="http://schemas.microsoft.com/office/drawing/2014/main" id="{5C0EB4E9-BB2D-F45F-56BD-D73856FDF5D6}"/>
              </a:ext>
            </a:extLst>
          </p:cNvPr>
          <p:cNvSpPr/>
          <p:nvPr/>
        </p:nvSpPr>
        <p:spPr>
          <a:xfrm>
            <a:off x="10383572" y="6027970"/>
            <a:ext cx="824583" cy="443423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Confirm Load</a:t>
            </a:r>
          </a:p>
        </p:txBody>
      </p: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90B80D52-04BC-9824-061F-5DECBB6146CB}"/>
              </a:ext>
            </a:extLst>
          </p:cNvPr>
          <p:cNvCxnSpPr>
            <a:cxnSpLocks/>
            <a:stCxn id="457" idx="2"/>
            <a:endCxn id="381" idx="0"/>
          </p:cNvCxnSpPr>
          <p:nvPr/>
        </p:nvCxnSpPr>
        <p:spPr>
          <a:xfrm>
            <a:off x="10795864" y="5808854"/>
            <a:ext cx="0" cy="219116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191C5707-55AF-8A7B-82AC-54CBBA38967D}"/>
              </a:ext>
            </a:extLst>
          </p:cNvPr>
          <p:cNvCxnSpPr>
            <a:cxnSpLocks/>
          </p:cNvCxnSpPr>
          <p:nvPr/>
        </p:nvCxnSpPr>
        <p:spPr>
          <a:xfrm>
            <a:off x="159026" y="3429000"/>
            <a:ext cx="11670747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Rectangle: Rounded Corners 427">
            <a:extLst>
              <a:ext uri="{FF2B5EF4-FFF2-40B4-BE49-F238E27FC236}">
                <a16:creationId xmlns:a16="http://schemas.microsoft.com/office/drawing/2014/main" id="{EE471C8A-E025-01A7-8867-3AB32A5C4BFC}"/>
              </a:ext>
            </a:extLst>
          </p:cNvPr>
          <p:cNvSpPr/>
          <p:nvPr/>
        </p:nvSpPr>
        <p:spPr>
          <a:xfrm>
            <a:off x="3244511" y="5094661"/>
            <a:ext cx="1078234" cy="516808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Cross Dock Outbound Order (COO)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D40D77C-B8CA-E204-73CA-94ACC3552661}"/>
              </a:ext>
            </a:extLst>
          </p:cNvPr>
          <p:cNvCxnSpPr>
            <a:cxnSpLocks/>
            <a:stCxn id="75" idx="3"/>
            <a:endCxn id="112" idx="1"/>
          </p:cNvCxnSpPr>
          <p:nvPr/>
        </p:nvCxnSpPr>
        <p:spPr>
          <a:xfrm>
            <a:off x="3031966" y="2222553"/>
            <a:ext cx="212546" cy="81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80DE3C-D935-1EC9-FDB3-B9CC6B6C080D}"/>
              </a:ext>
            </a:extLst>
          </p:cNvPr>
          <p:cNvCxnSpPr>
            <a:cxnSpLocks/>
            <a:stCxn id="162" idx="3"/>
            <a:endCxn id="22" idx="1"/>
          </p:cNvCxnSpPr>
          <p:nvPr/>
        </p:nvCxnSpPr>
        <p:spPr>
          <a:xfrm flipV="1">
            <a:off x="5740400" y="2230805"/>
            <a:ext cx="166535" cy="2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2749DC4-0C78-ED38-CC9D-AB87337EEFFD}"/>
              </a:ext>
            </a:extLst>
          </p:cNvPr>
          <p:cNvSpPr/>
          <p:nvPr/>
        </p:nvSpPr>
        <p:spPr>
          <a:xfrm>
            <a:off x="3244511" y="3578594"/>
            <a:ext cx="1078234" cy="516807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Cross Dock Inbound Order (CIO)</a:t>
            </a:r>
          </a:p>
        </p:txBody>
      </p:sp>
      <p:sp>
        <p:nvSpPr>
          <p:cNvPr id="22" name="Rectangle: Rounded Corners 475">
            <a:extLst>
              <a:ext uri="{FF2B5EF4-FFF2-40B4-BE49-F238E27FC236}">
                <a16:creationId xmlns:a16="http://schemas.microsoft.com/office/drawing/2014/main" id="{AE7C8506-57CA-CCAA-2F31-E51C793C3A12}"/>
              </a:ext>
            </a:extLst>
          </p:cNvPr>
          <p:cNvSpPr/>
          <p:nvPr/>
        </p:nvSpPr>
        <p:spPr>
          <a:xfrm>
            <a:off x="5906935" y="2019964"/>
            <a:ext cx="836766" cy="421682"/>
          </a:xfrm>
          <a:prstGeom prst="roundRect">
            <a:avLst/>
          </a:prstGeom>
          <a:solidFill>
            <a:srgbClr val="6600CC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Shipment</a:t>
            </a:r>
          </a:p>
        </p:txBody>
      </p:sp>
      <p:sp>
        <p:nvSpPr>
          <p:cNvPr id="7" name="Rectangle: Rounded Corners 219">
            <a:extLst>
              <a:ext uri="{FF2B5EF4-FFF2-40B4-BE49-F238E27FC236}">
                <a16:creationId xmlns:a16="http://schemas.microsoft.com/office/drawing/2014/main" id="{DEFAE152-289A-A4DB-C8B9-6CDCB8A75A8A}"/>
              </a:ext>
            </a:extLst>
          </p:cNvPr>
          <p:cNvSpPr/>
          <p:nvPr/>
        </p:nvSpPr>
        <p:spPr>
          <a:xfrm>
            <a:off x="6864173" y="3594388"/>
            <a:ext cx="1170165" cy="469885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Tally Sheet</a:t>
            </a:r>
          </a:p>
        </p:txBody>
      </p:sp>
      <p:cxnSp>
        <p:nvCxnSpPr>
          <p:cNvPr id="10" name="Straight Arrow Connector 353">
            <a:extLst>
              <a:ext uri="{FF2B5EF4-FFF2-40B4-BE49-F238E27FC236}">
                <a16:creationId xmlns:a16="http://schemas.microsoft.com/office/drawing/2014/main" id="{AB490EEA-48D1-49DE-9B49-C43877AB9115}"/>
              </a:ext>
            </a:extLst>
          </p:cNvPr>
          <p:cNvCxnSpPr>
            <a:cxnSpLocks/>
            <a:stCxn id="55" idx="3"/>
            <a:endCxn id="7" idx="1"/>
          </p:cNvCxnSpPr>
          <p:nvPr/>
        </p:nvCxnSpPr>
        <p:spPr>
          <a:xfrm flipV="1">
            <a:off x="4322745" y="3829331"/>
            <a:ext cx="2541428" cy="7667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208">
            <a:extLst>
              <a:ext uri="{FF2B5EF4-FFF2-40B4-BE49-F238E27FC236}">
                <a16:creationId xmlns:a16="http://schemas.microsoft.com/office/drawing/2014/main" id="{14EE4EF8-F73B-97B3-9337-242A4B069F6C}"/>
              </a:ext>
            </a:extLst>
          </p:cNvPr>
          <p:cNvSpPr/>
          <p:nvPr/>
        </p:nvSpPr>
        <p:spPr>
          <a:xfrm>
            <a:off x="6862411" y="4313092"/>
            <a:ext cx="1170165" cy="490278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Check In and Assign dock door</a:t>
            </a:r>
          </a:p>
        </p:txBody>
      </p:sp>
      <p:cxnSp>
        <p:nvCxnSpPr>
          <p:cNvPr id="19" name="Straight Arrow Connector 331">
            <a:extLst>
              <a:ext uri="{FF2B5EF4-FFF2-40B4-BE49-F238E27FC236}">
                <a16:creationId xmlns:a16="http://schemas.microsoft.com/office/drawing/2014/main" id="{014A63F8-772E-87AE-C56B-864A8F33C65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7447494" y="4064273"/>
            <a:ext cx="1762" cy="24881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08">
            <a:extLst>
              <a:ext uri="{FF2B5EF4-FFF2-40B4-BE49-F238E27FC236}">
                <a16:creationId xmlns:a16="http://schemas.microsoft.com/office/drawing/2014/main" id="{C91D5516-3BE9-B7EC-D4B7-6EAE9697B32E}"/>
              </a:ext>
            </a:extLst>
          </p:cNvPr>
          <p:cNvSpPr/>
          <p:nvPr/>
        </p:nvSpPr>
        <p:spPr>
          <a:xfrm>
            <a:off x="6862411" y="5113488"/>
            <a:ext cx="1166595" cy="479118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Packing List</a:t>
            </a:r>
          </a:p>
        </p:txBody>
      </p:sp>
      <p:cxnSp>
        <p:nvCxnSpPr>
          <p:cNvPr id="26" name="Straight Arrow Connector 353">
            <a:extLst>
              <a:ext uri="{FF2B5EF4-FFF2-40B4-BE49-F238E27FC236}">
                <a16:creationId xmlns:a16="http://schemas.microsoft.com/office/drawing/2014/main" id="{198AD6D8-2917-F59A-CF66-4A54BE763A82}"/>
              </a:ext>
            </a:extLst>
          </p:cNvPr>
          <p:cNvCxnSpPr>
            <a:cxnSpLocks/>
            <a:stCxn id="428" idx="3"/>
            <a:endCxn id="24" idx="1"/>
          </p:cNvCxnSpPr>
          <p:nvPr/>
        </p:nvCxnSpPr>
        <p:spPr>
          <a:xfrm flipV="1">
            <a:off x="4322745" y="5353047"/>
            <a:ext cx="2539666" cy="18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156">
            <a:extLst>
              <a:ext uri="{FF2B5EF4-FFF2-40B4-BE49-F238E27FC236}">
                <a16:creationId xmlns:a16="http://schemas.microsoft.com/office/drawing/2014/main" id="{154BA6C2-B76E-268C-F386-A2748D0C077A}"/>
              </a:ext>
            </a:extLst>
          </p:cNvPr>
          <p:cNvCxnSpPr>
            <a:cxnSpLocks/>
            <a:stCxn id="14" idx="3"/>
            <a:endCxn id="209" idx="1"/>
          </p:cNvCxnSpPr>
          <p:nvPr/>
        </p:nvCxnSpPr>
        <p:spPr>
          <a:xfrm>
            <a:off x="8032576" y="4558231"/>
            <a:ext cx="587905" cy="31011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156">
            <a:extLst>
              <a:ext uri="{FF2B5EF4-FFF2-40B4-BE49-F238E27FC236}">
                <a16:creationId xmlns:a16="http://schemas.microsoft.com/office/drawing/2014/main" id="{DAF57C6A-E3A6-018A-5021-8F404B69322D}"/>
              </a:ext>
            </a:extLst>
          </p:cNvPr>
          <p:cNvCxnSpPr>
            <a:cxnSpLocks/>
            <a:stCxn id="24" idx="3"/>
            <a:endCxn id="209" idx="1"/>
          </p:cNvCxnSpPr>
          <p:nvPr/>
        </p:nvCxnSpPr>
        <p:spPr>
          <a:xfrm flipV="1">
            <a:off x="8029006" y="4868350"/>
            <a:ext cx="591475" cy="48469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Rectangle: Rounded Corners 257">
            <a:extLst>
              <a:ext uri="{FF2B5EF4-FFF2-40B4-BE49-F238E27FC236}">
                <a16:creationId xmlns:a16="http://schemas.microsoft.com/office/drawing/2014/main" id="{F88565CA-782A-2789-FB2F-6C3795135222}"/>
              </a:ext>
            </a:extLst>
          </p:cNvPr>
          <p:cNvSpPr/>
          <p:nvPr/>
        </p:nvSpPr>
        <p:spPr>
          <a:xfrm>
            <a:off x="10383572" y="5365431"/>
            <a:ext cx="824583" cy="443423"/>
          </a:xfrm>
          <a:prstGeom prst="roundRect">
            <a:avLst/>
          </a:prstGeom>
          <a:solidFill>
            <a:srgbClr val="006666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+mj-lt"/>
              </a:rPr>
              <a:t>Put to Staging</a:t>
            </a:r>
          </a:p>
        </p:txBody>
      </p:sp>
      <p:cxnSp>
        <p:nvCxnSpPr>
          <p:cNvPr id="459" name="Connector: Elbow 156">
            <a:extLst>
              <a:ext uri="{FF2B5EF4-FFF2-40B4-BE49-F238E27FC236}">
                <a16:creationId xmlns:a16="http://schemas.microsoft.com/office/drawing/2014/main" id="{506FF009-520A-BF86-C40D-D5B6E61BD6AE}"/>
              </a:ext>
            </a:extLst>
          </p:cNvPr>
          <p:cNvCxnSpPr>
            <a:cxnSpLocks/>
            <a:stCxn id="381" idx="1"/>
            <a:endCxn id="24" idx="2"/>
          </p:cNvCxnSpPr>
          <p:nvPr/>
        </p:nvCxnSpPr>
        <p:spPr>
          <a:xfrm rot="10800000">
            <a:off x="7445710" y="5592606"/>
            <a:ext cx="2937863" cy="6570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2">
            <a:extLst>
              <a:ext uri="{FF2B5EF4-FFF2-40B4-BE49-F238E27FC236}">
                <a16:creationId xmlns:a16="http://schemas.microsoft.com/office/drawing/2014/main" id="{EABD6697-4E1B-A75D-5117-BE9E685D68AC}"/>
              </a:ext>
            </a:extLst>
          </p:cNvPr>
          <p:cNvCxnSpPr>
            <a:cxnSpLocks/>
            <a:stCxn id="124" idx="1"/>
            <a:endCxn id="95" idx="3"/>
          </p:cNvCxnSpPr>
          <p:nvPr/>
        </p:nvCxnSpPr>
        <p:spPr>
          <a:xfrm flipH="1" flipV="1">
            <a:off x="3017712" y="2805271"/>
            <a:ext cx="226801" cy="3078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4461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3A1262-6310-4D39-9C4B-87D9BBD8B1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>
                <a:latin typeface="Kanit Medium" panose="00000600000000000000" pitchFamily="2" charset="-34"/>
                <a:cs typeface="Kanit Medium" panose="00000600000000000000" pitchFamily="2" charset="-34"/>
              </a:rPr>
              <a:t>User Journey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6F2F8C-9561-41BD-A501-B666AC724607}"/>
              </a:ext>
            </a:extLst>
          </p:cNvPr>
          <p:cNvSpPr/>
          <p:nvPr/>
        </p:nvSpPr>
        <p:spPr>
          <a:xfrm>
            <a:off x="1806577" y="2354792"/>
            <a:ext cx="1566333" cy="409931"/>
          </a:xfrm>
          <a:prstGeom prst="roundRect">
            <a:avLst/>
          </a:prstGeom>
          <a:solidFill>
            <a:srgbClr val="0070C0"/>
          </a:solidFill>
          <a:ln w="127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106680" tIns="53340" rIns="26670" bIns="53340" numCol="1" spcCol="1270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j-lt"/>
              </a:rPr>
              <a:t>Request Order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1482DAB-501F-6C0B-C2B5-FA5B6B8D548A}"/>
              </a:ext>
            </a:extLst>
          </p:cNvPr>
          <p:cNvSpPr/>
          <p:nvPr/>
        </p:nvSpPr>
        <p:spPr>
          <a:xfrm>
            <a:off x="4033080" y="2354792"/>
            <a:ext cx="1566333" cy="409931"/>
          </a:xfrm>
          <a:prstGeom prst="roundRect">
            <a:avLst/>
          </a:prstGeom>
          <a:solidFill>
            <a:srgbClr val="006666"/>
          </a:solidFill>
          <a:ln w="127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80010" tIns="53340" rIns="26670" bIns="53340" numCol="1" spcCol="1270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j-lt"/>
              </a:rPr>
              <a:t>Manage Order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90AE660-8054-D62D-F94A-B2CC5E6EA2F8}"/>
              </a:ext>
            </a:extLst>
          </p:cNvPr>
          <p:cNvSpPr/>
          <p:nvPr/>
        </p:nvSpPr>
        <p:spPr>
          <a:xfrm>
            <a:off x="6115901" y="2354792"/>
            <a:ext cx="2042568" cy="409931"/>
          </a:xfrm>
          <a:prstGeom prst="roundRect">
            <a:avLst/>
          </a:prstGeom>
          <a:solidFill>
            <a:srgbClr val="800080"/>
          </a:solidFill>
          <a:ln w="127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80010" tIns="53340" rIns="26670" bIns="53340" numCol="1" spcCol="1270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j-lt"/>
              </a:rPr>
              <a:t>Create Shipment</a:t>
            </a:r>
          </a:p>
          <a:p>
            <a:pPr algn="ctr"/>
            <a:r>
              <a:rPr lang="en-US" sz="1000">
                <a:solidFill>
                  <a:schemeClr val="bg1"/>
                </a:solidFill>
                <a:latin typeface="+mj-lt"/>
              </a:rPr>
              <a:t>(Warehouse to Customer)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CD112CC-A70E-F8EB-08B6-314019B93237}"/>
              </a:ext>
            </a:extLst>
          </p:cNvPr>
          <p:cNvSpPr/>
          <p:nvPr/>
        </p:nvSpPr>
        <p:spPr>
          <a:xfrm>
            <a:off x="8674957" y="2354791"/>
            <a:ext cx="1920854" cy="409931"/>
          </a:xfrm>
          <a:prstGeom prst="roundRect">
            <a:avLst/>
          </a:prstGeom>
          <a:solidFill>
            <a:srgbClr val="336699"/>
          </a:solidFill>
          <a:ln w="127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80010" tIns="53340" rIns="26670" bIns="53340" numCol="1" spcCol="1270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j-lt"/>
              </a:rPr>
              <a:t>Matching Shipment &amp; ASN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B14047-E1B6-6FCF-2AE8-7CA5246F5E16}"/>
              </a:ext>
            </a:extLst>
          </p:cNvPr>
          <p:cNvCxnSpPr>
            <a:cxnSpLocks/>
          </p:cNvCxnSpPr>
          <p:nvPr/>
        </p:nvCxnSpPr>
        <p:spPr>
          <a:xfrm>
            <a:off x="3372910" y="2570983"/>
            <a:ext cx="66017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180A59-782D-7EB3-1C2B-5969B197A777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5599413" y="2559758"/>
            <a:ext cx="516488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89D98F-334F-6E77-A780-98977374B4DB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8158469" y="2559757"/>
            <a:ext cx="516488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A7A750-C876-7241-2EF0-247552ADA3B0}"/>
              </a:ext>
            </a:extLst>
          </p:cNvPr>
          <p:cNvSpPr/>
          <p:nvPr/>
        </p:nvSpPr>
        <p:spPr>
          <a:xfrm>
            <a:off x="4033080" y="4579446"/>
            <a:ext cx="1566333" cy="409931"/>
          </a:xfrm>
          <a:prstGeom prst="roundRect">
            <a:avLst/>
          </a:prstGeom>
          <a:solidFill>
            <a:srgbClr val="006666"/>
          </a:solidFill>
          <a:ln w="127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80010" tIns="53340" rIns="26670" bIns="53340" numCol="1" spcCol="1270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j-lt"/>
              </a:rPr>
              <a:t>Replenishment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8595908-3A00-6595-85EA-3DB91ABD8B39}"/>
              </a:ext>
            </a:extLst>
          </p:cNvPr>
          <p:cNvSpPr/>
          <p:nvPr/>
        </p:nvSpPr>
        <p:spPr>
          <a:xfrm>
            <a:off x="6115901" y="4579447"/>
            <a:ext cx="2042568" cy="409930"/>
          </a:xfrm>
          <a:prstGeom prst="roundRect">
            <a:avLst/>
          </a:prstGeom>
          <a:solidFill>
            <a:srgbClr val="800080"/>
          </a:solidFill>
          <a:ln w="127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80010" tIns="53340" rIns="26670" bIns="53340" numCol="1" spcCol="1270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j-lt"/>
              </a:rPr>
              <a:t>Create Shipment</a:t>
            </a:r>
          </a:p>
          <a:p>
            <a:pPr algn="ctr"/>
            <a:r>
              <a:rPr lang="en-US" sz="1000">
                <a:solidFill>
                  <a:schemeClr val="bg1"/>
                </a:solidFill>
                <a:latin typeface="+mj-lt"/>
              </a:rPr>
              <a:t>(Factory to Warehouse)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4CA8777-F5F9-EC59-6919-CFA474DFFFE8}"/>
              </a:ext>
            </a:extLst>
          </p:cNvPr>
          <p:cNvSpPr/>
          <p:nvPr/>
        </p:nvSpPr>
        <p:spPr>
          <a:xfrm>
            <a:off x="8674957" y="4579444"/>
            <a:ext cx="1920854" cy="409931"/>
          </a:xfrm>
          <a:prstGeom prst="roundRect">
            <a:avLst/>
          </a:prstGeom>
          <a:solidFill>
            <a:srgbClr val="336699"/>
          </a:solidFill>
          <a:ln w="127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80010" tIns="53340" rIns="26670" bIns="53340" numCol="1" spcCol="1270" anchor="ctr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j-lt"/>
              </a:rPr>
              <a:t>Pre-Receiving ASN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1FD4A7-A108-AD33-43E7-A5297C3B5D68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5599413" y="4784412"/>
            <a:ext cx="516488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F98F96D-147E-FAF9-DF81-7D75EE799E25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 flipV="1">
            <a:off x="8158469" y="4784410"/>
            <a:ext cx="516488" cy="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3F6197F-A24B-28C5-5C61-ED6D56333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0398489"/>
              </p:ext>
            </p:extLst>
          </p:nvPr>
        </p:nvGraphicFramePr>
        <p:xfrm>
          <a:off x="1470877" y="976434"/>
          <a:ext cx="9475248" cy="582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375F0B62-54A7-AB0F-4F75-C51E416D49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1314407"/>
              </p:ext>
            </p:extLst>
          </p:nvPr>
        </p:nvGraphicFramePr>
        <p:xfrm>
          <a:off x="476255" y="1737657"/>
          <a:ext cx="462088" cy="4488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298464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4058015-C57B-FC87-33E2-1BE86336A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BA251C-50A6-2ABE-F62F-8422CED694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>
                <a:latin typeface="Kanit Medium" panose="00000600000000000000" pitchFamily="2" charset="-34"/>
                <a:cs typeface="Kanit Medium" panose="00000600000000000000" pitchFamily="2" charset="-34"/>
              </a:rPr>
              <a:t>Cross Docking</a:t>
            </a:r>
            <a:r>
              <a:rPr lang="th-TH" b="1">
                <a:latin typeface="Kanit Medium" panose="00000600000000000000" pitchFamily="2" charset="-34"/>
                <a:cs typeface="Kanit Medium" panose="00000600000000000000" pitchFamily="2" charset="-34"/>
              </a:rPr>
              <a:t> </a:t>
            </a:r>
            <a:r>
              <a:rPr lang="en-US" b="1">
                <a:latin typeface="Kanit Medium" panose="00000600000000000000" pitchFamily="2" charset="-34"/>
                <a:cs typeface="Kanit Medium" panose="00000600000000000000" pitchFamily="2" charset="-34"/>
              </a:rPr>
              <a:t>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2E00FC-676C-9B34-FC62-DD93F2245B8E}"/>
              </a:ext>
            </a:extLst>
          </p:cNvPr>
          <p:cNvSpPr txBox="1"/>
          <p:nvPr/>
        </p:nvSpPr>
        <p:spPr>
          <a:xfrm>
            <a:off x="461684" y="835699"/>
            <a:ext cx="564666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Receiving</a:t>
            </a:r>
            <a:r>
              <a:rPr lang="th-TH" sz="1600" b="1">
                <a:latin typeface="Kanit Light" panose="00000400000000000000" pitchFamily="2" charset="-34"/>
                <a:cs typeface="Kanit Light" panose="00000400000000000000" pitchFamily="2" charset="-34"/>
              </a:rPr>
              <a:t> </a:t>
            </a: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ASN &amp; Picking Shipment by</a:t>
            </a:r>
            <a:r>
              <a:rPr lang="th-TH" sz="1600" b="1">
                <a:latin typeface="Kanit Light" panose="00000400000000000000" pitchFamily="2" charset="-34"/>
                <a:cs typeface="Kanit Light" panose="00000400000000000000" pitchFamily="2" charset="-34"/>
              </a:rPr>
              <a:t> </a:t>
            </a: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Warehouse</a:t>
            </a:r>
          </a:p>
          <a:p>
            <a:pPr marL="342900" indent="-342900">
              <a:buFontTx/>
              <a:buAutoNum type="arabicPeriod"/>
            </a:pP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Create Interface file / SIAM Temp Table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Shipment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ASN</a:t>
            </a:r>
          </a:p>
          <a:p>
            <a:pPr marL="342900" indent="-342900">
              <a:buAutoNum type="arabicPeriod"/>
            </a:pP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Pre-Receiving</a:t>
            </a:r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Scan ASN </a:t>
            </a:r>
            <a:endParaRPr lang="th-TH" sz="1600">
              <a:latin typeface="Kanit Light" panose="00000400000000000000" pitchFamily="2" charset="-34"/>
              <a:cs typeface="Kanit Light" panose="00000400000000000000" pitchFamily="2" charset="-34"/>
            </a:endParaRPr>
          </a:p>
          <a:p>
            <a:pPr marL="1504920" lvl="2" indent="-28575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Confirm staging no.</a:t>
            </a:r>
          </a:p>
          <a:p>
            <a:pPr marL="342900" indent="-342900">
              <a:buAutoNum type="arabicPeriod"/>
            </a:pP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Matching Shipment &amp; ASN Partial Matching/Full Matching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Manual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Auto Data Relation Shipment &amp; ASN 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Send Shipment to WMS (Stock Item) </a:t>
            </a:r>
            <a:r>
              <a:rPr lang="th-TH" sz="1600">
                <a:solidFill>
                  <a:srgbClr val="0070C0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กรณีที่สินค้า </a:t>
            </a:r>
            <a:r>
              <a:rPr lang="en-US" sz="1600">
                <a:solidFill>
                  <a:srgbClr val="0070C0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Cross Dock </a:t>
            </a:r>
            <a:r>
              <a:rPr lang="th-TH" sz="1600">
                <a:solidFill>
                  <a:srgbClr val="0070C0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ไม่เพียงพอ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Send ASN to WMS (Stock Item) </a:t>
            </a:r>
            <a:r>
              <a:rPr lang="th-TH" sz="1600">
                <a:solidFill>
                  <a:srgbClr val="0070C0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กรณีที่สินค้า </a:t>
            </a:r>
            <a:r>
              <a:rPr lang="en-US" sz="1600">
                <a:solidFill>
                  <a:srgbClr val="0070C0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Cross Dock</a:t>
            </a:r>
            <a:r>
              <a:rPr lang="th-TH" sz="1600">
                <a:solidFill>
                  <a:srgbClr val="0070C0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 มียอดคงเหลือ</a:t>
            </a:r>
            <a:endParaRPr lang="en-US" sz="1600">
              <a:solidFill>
                <a:srgbClr val="0070C0"/>
              </a:solidFill>
              <a:latin typeface="Kanit Light" panose="00000400000000000000" pitchFamily="2" charset="-34"/>
              <a:cs typeface="Kanit Light" panose="00000400000000000000" pitchFamily="2" charset="-34"/>
            </a:endParaRPr>
          </a:p>
          <a:p>
            <a:pPr marL="342900" indent="-342900">
              <a:buAutoNum type="arabicPeriod"/>
            </a:pP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Picking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Confirm Picking from staging</a:t>
            </a:r>
          </a:p>
          <a:p>
            <a:pPr marL="895335" lvl="1" indent="-28575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  Scan Shipment</a:t>
            </a:r>
            <a:endParaRPr lang="th-TH" sz="1600">
              <a:latin typeface="Kanit Light" panose="00000400000000000000" pitchFamily="2" charset="-34"/>
              <a:cs typeface="Kanit Light" panose="00000400000000000000" pitchFamily="2" charset="-34"/>
            </a:endParaRPr>
          </a:p>
          <a:p>
            <a:pPr marL="1504920" lvl="2" indent="-28575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Specify item, qty, etc.</a:t>
            </a:r>
          </a:p>
          <a:p>
            <a:pPr marL="1504920" lvl="2" indent="-28575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Confirm load no. (Confirm Shipment to truck.)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FFC07-C711-C538-AF13-93286E18A3ED}"/>
              </a:ext>
            </a:extLst>
          </p:cNvPr>
          <p:cNvSpPr txBox="1"/>
          <p:nvPr/>
        </p:nvSpPr>
        <p:spPr>
          <a:xfrm>
            <a:off x="6425942" y="835699"/>
            <a:ext cx="425873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Confirm Actual ship date time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TMS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Cross Docking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Cancel/Edit (Matching Shipment &amp; ASN)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th-TH" sz="1600">
                <a:latin typeface="Kanit Light" panose="00000400000000000000" pitchFamily="2" charset="-34"/>
                <a:cs typeface="Kanit Light" panose="00000400000000000000" pitchFamily="2" charset="-34"/>
              </a:rPr>
              <a:t>แก้ไขข้อมูล </a:t>
            </a: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Shipment &amp; ASN </a:t>
            </a:r>
            <a:r>
              <a:rPr lang="th-TH" sz="1600">
                <a:latin typeface="Kanit Light" panose="00000400000000000000" pitchFamily="2" charset="-34"/>
                <a:cs typeface="Kanit Light" panose="00000400000000000000" pitchFamily="2" charset="-34"/>
              </a:rPr>
              <a:t>ไม่ได้</a:t>
            </a:r>
            <a:endParaRPr lang="en-US" sz="1600">
              <a:latin typeface="Kanit Light" panose="00000400000000000000" pitchFamily="2" charset="-34"/>
              <a:cs typeface="Kanit Light" panose="00000400000000000000" pitchFamily="2" charset="-34"/>
            </a:endParaRP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th-TH" sz="1600">
                <a:latin typeface="Kanit Light" panose="00000400000000000000" pitchFamily="2" charset="-34"/>
                <a:cs typeface="Kanit Light" panose="00000400000000000000" pitchFamily="2" charset="-34"/>
              </a:rPr>
              <a:t>ถอยสถานะ </a:t>
            </a: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Cross Docking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th-TH" sz="1600">
                <a:latin typeface="Kanit Light" panose="00000400000000000000" pitchFamily="2" charset="-34"/>
                <a:cs typeface="Kanit Light" panose="00000400000000000000" pitchFamily="2" charset="-34"/>
              </a:rPr>
              <a:t>ไม่มี </a:t>
            </a: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Interface </a:t>
            </a:r>
            <a:r>
              <a:rPr lang="th-TH" sz="1600">
                <a:latin typeface="Kanit Light" panose="00000400000000000000" pitchFamily="2" charset="-34"/>
                <a:cs typeface="Kanit Light" panose="00000400000000000000" pitchFamily="2" charset="-34"/>
              </a:rPr>
              <a:t>ยกเลิก</a:t>
            </a:r>
          </a:p>
          <a:p>
            <a:pPr marL="1562070" lvl="2" indent="-342900">
              <a:buFont typeface="Arial" panose="020B0604020202020204" pitchFamily="34" charset="0"/>
              <a:buChar char="•"/>
            </a:pPr>
            <a:r>
              <a:rPr lang="th-TH" sz="1600">
                <a:latin typeface="Kanit Light" panose="00000400000000000000" pitchFamily="2" charset="-34"/>
                <a:cs typeface="Kanit Light" panose="00000400000000000000" pitchFamily="2" charset="-34"/>
              </a:rPr>
              <a:t>ยกเลิกหน้าระบบ </a:t>
            </a: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Cross Docking</a:t>
            </a:r>
          </a:p>
          <a:p>
            <a:pPr marL="1562070" lvl="2" indent="-342900">
              <a:buFont typeface="Arial" panose="020B0604020202020204" pitchFamily="34" charset="0"/>
              <a:buChar char="•"/>
            </a:pPr>
            <a:r>
              <a:rPr lang="th-TH" sz="1600">
                <a:solidFill>
                  <a:srgbClr val="0070C0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ยกเลิกหน้าระบบ </a:t>
            </a:r>
            <a:r>
              <a:rPr lang="en-US" sz="1600">
                <a:solidFill>
                  <a:srgbClr val="0070C0"/>
                </a:solidFill>
                <a:latin typeface="Kanit Light" panose="00000400000000000000" pitchFamily="2" charset="-34"/>
                <a:cs typeface="Kanit Light" panose="00000400000000000000" pitchFamily="2" charset="-34"/>
              </a:rPr>
              <a:t>TMS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600" b="1">
                <a:latin typeface="Kanit Light" panose="00000400000000000000" pitchFamily="2" charset="-34"/>
                <a:cs typeface="Kanit Light" panose="00000400000000000000" pitchFamily="2" charset="-34"/>
              </a:rPr>
              <a:t>Document 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Document ASN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Print ASN Barcode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n-US" sz="1600">
                <a:latin typeface="Kanit Light" panose="00000400000000000000" pitchFamily="2" charset="-34"/>
                <a:cs typeface="Kanit Light" panose="00000400000000000000" pitchFamily="2" charset="-34"/>
              </a:rPr>
              <a:t>Document Shipment (Matching ASN)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63DD20-EE15-B72F-8D0B-D1B9FBBF9EDF}"/>
              </a:ext>
            </a:extLst>
          </p:cNvPr>
          <p:cNvCxnSpPr/>
          <p:nvPr/>
        </p:nvCxnSpPr>
        <p:spPr>
          <a:xfrm>
            <a:off x="6136746" y="536965"/>
            <a:ext cx="0" cy="578407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0011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6E0B65D-58BB-3986-A2C9-E31662BE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7CE584-8A00-539E-4102-FFF75BE663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>
                <a:latin typeface="Kanit Medium" panose="00000600000000000000" pitchFamily="2" charset="-34"/>
                <a:cs typeface="Kanit Medium" panose="00000600000000000000" pitchFamily="2" charset="-34"/>
              </a:rPr>
              <a:t>Business Flow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273EF9A2-9F4D-0508-679F-C06A85E1A6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8398745"/>
              </p:ext>
            </p:extLst>
          </p:nvPr>
        </p:nvGraphicFramePr>
        <p:xfrm>
          <a:off x="476255" y="1737657"/>
          <a:ext cx="462088" cy="4488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B87B9E1-E2AA-4693-1618-EA2D61B33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B3F753-7F5B-69BD-EFDD-DB53C6753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 descr="A diagram of a building&#10;&#10;AI-generated content may be incorrect.">
            <a:extLst>
              <a:ext uri="{FF2B5EF4-FFF2-40B4-BE49-F238E27FC236}">
                <a16:creationId xmlns:a16="http://schemas.microsoft.com/office/drawing/2014/main" id="{37EAEBA3-DC80-2D2A-542E-06063F1240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5680" b="8062"/>
          <a:stretch>
            <a:fillRect/>
          </a:stretch>
        </p:blipFill>
        <p:spPr>
          <a:xfrm>
            <a:off x="4633154" y="4311841"/>
            <a:ext cx="6553201" cy="19142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 descr="A diagram of a building&#10;&#10;AI-generated content may be incorrect.">
            <a:extLst>
              <a:ext uri="{FF2B5EF4-FFF2-40B4-BE49-F238E27FC236}">
                <a16:creationId xmlns:a16="http://schemas.microsoft.com/office/drawing/2014/main" id="{C204ACA6-2833-21D0-2C1B-178694F763A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399" b="55899"/>
          <a:stretch>
            <a:fillRect/>
          </a:stretch>
        </p:blipFill>
        <p:spPr>
          <a:xfrm>
            <a:off x="938343" y="1380803"/>
            <a:ext cx="6642496" cy="2178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BBBCA1B-D891-787F-39B9-449449826606}"/>
              </a:ext>
            </a:extLst>
          </p:cNvPr>
          <p:cNvSpPr txBox="1">
            <a:spLocks/>
          </p:cNvSpPr>
          <p:nvPr/>
        </p:nvSpPr>
        <p:spPr>
          <a:xfrm>
            <a:off x="476255" y="891878"/>
            <a:ext cx="10719751" cy="397507"/>
          </a:xfrm>
          <a:prstGeom prst="rect">
            <a:avLst/>
          </a:prstGeom>
        </p:spPr>
        <p:txBody>
          <a:bodyPr vert="horz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chemeClr val="accent4"/>
                </a:solidFill>
                <a:latin typeface="ThaiBev Sans New SemiBold" panose="00000700000000000000" pitchFamily="50" charset="-34"/>
                <a:ea typeface="+mn-ea"/>
                <a:cs typeface="ThaiBev Sans New SemiBold" panose="000007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Kanit Light" panose="00000400000000000000" pitchFamily="2" charset="-34"/>
                <a:cs typeface="Kanit Light" panose="00000400000000000000" pitchFamily="2" charset="-34"/>
              </a:rPr>
              <a:t>Factory to Warehouse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A5A68A-3685-5802-F5F9-D624F5B7ECB9}"/>
              </a:ext>
            </a:extLst>
          </p:cNvPr>
          <p:cNvSpPr txBox="1">
            <a:spLocks/>
          </p:cNvSpPr>
          <p:nvPr/>
        </p:nvSpPr>
        <p:spPr>
          <a:xfrm>
            <a:off x="3832436" y="3783119"/>
            <a:ext cx="4831927" cy="397507"/>
          </a:xfrm>
          <a:prstGeom prst="rect">
            <a:avLst/>
          </a:prstGeom>
        </p:spPr>
        <p:txBody>
          <a:bodyPr vert="horz"/>
          <a:lstStyle>
            <a:lvl1pPr marL="0" indent="0" algn="l" defTabSz="609585" rtl="0" eaLnBrk="1" latinLnBrk="0" hangingPunct="1">
              <a:spcBef>
                <a:spcPct val="20000"/>
              </a:spcBef>
              <a:buFont typeface="Arial"/>
              <a:buNone/>
              <a:defRPr sz="2000" b="0" i="0" kern="1200" baseline="0">
                <a:solidFill>
                  <a:schemeClr val="accent4"/>
                </a:solidFill>
                <a:latin typeface="ThaiBev Sans New SemiBold" panose="00000700000000000000" pitchFamily="50" charset="-34"/>
                <a:ea typeface="+mn-ea"/>
                <a:cs typeface="ThaiBev Sans New SemiBold" panose="00000700000000000000" pitchFamily="50" charset="-34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Kanit Light" panose="00000400000000000000" pitchFamily="2" charset="-34"/>
                <a:cs typeface="Kanit Light" panose="00000400000000000000" pitchFamily="2" charset="-34"/>
              </a:rPr>
              <a:t>Warehouse to Warehouse CVM</a:t>
            </a:r>
          </a:p>
        </p:txBody>
      </p:sp>
    </p:spTree>
    <p:extLst>
      <p:ext uri="{BB962C8B-B14F-4D97-AF65-F5344CB8AC3E}">
        <p14:creationId xmlns:p14="http://schemas.microsoft.com/office/powerpoint/2010/main" val="28798078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AA55D7-D9F5-34BF-08BC-1B32C4C9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CC1E90-94CE-0748-9E53-9A45C0BF08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Cross Docking – System flow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80DFCA-9CD8-A4A6-5136-FDE51D86F7F6}"/>
              </a:ext>
            </a:extLst>
          </p:cNvPr>
          <p:cNvSpPr txBox="1"/>
          <p:nvPr/>
        </p:nvSpPr>
        <p:spPr>
          <a:xfrm>
            <a:off x="638490" y="3669612"/>
            <a:ext cx="2682145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200">
                <a:solidFill>
                  <a:srgbClr val="007A3E"/>
                </a:solidFill>
              </a:rPr>
              <a:t>CERTU Shipment#1 = Sub Shipment#1</a:t>
            </a:r>
          </a:p>
          <a:p>
            <a:pPr marL="171450" lvl="0" indent="-171450">
              <a:buFontTx/>
              <a:buChar char="-"/>
              <a:defRPr/>
            </a:pPr>
            <a:r>
              <a:rPr lang="en-US" sz="1200" err="1">
                <a:solidFill>
                  <a:srgbClr val="007A3E"/>
                </a:solidFill>
              </a:rPr>
              <a:t>Bangna</a:t>
            </a:r>
            <a:r>
              <a:rPr lang="en-US" sz="1200">
                <a:solidFill>
                  <a:srgbClr val="007A3E"/>
                </a:solidFill>
              </a:rPr>
              <a:t> -&gt; Hub </a:t>
            </a:r>
            <a:r>
              <a:rPr lang="en-US" sz="1200" err="1">
                <a:solidFill>
                  <a:srgbClr val="007A3E"/>
                </a:solidFill>
              </a:rPr>
              <a:t>SamutPrakan</a:t>
            </a:r>
            <a:endParaRPr lang="en-US" sz="1200">
              <a:solidFill>
                <a:srgbClr val="007A3E"/>
              </a:solidFill>
            </a:endParaRPr>
          </a:p>
          <a:p>
            <a:pPr marL="171450" lvl="0" indent="-171450">
              <a:buFontTx/>
              <a:buChar char="-"/>
              <a:defRPr/>
            </a:pPr>
            <a:r>
              <a:rPr lang="en-US" sz="1200">
                <a:solidFill>
                  <a:srgbClr val="007A3E"/>
                </a:solidFill>
              </a:rPr>
              <a:t>CERTU POD#1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45457-33D9-8623-E129-1482AB6C43F0}"/>
              </a:ext>
            </a:extLst>
          </p:cNvPr>
          <p:cNvSpPr txBox="1"/>
          <p:nvPr/>
        </p:nvSpPr>
        <p:spPr>
          <a:xfrm>
            <a:off x="8909734" y="4070969"/>
            <a:ext cx="272061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r>
              <a:rPr lang="en-US">
                <a:solidFill>
                  <a:srgbClr val="FF0000"/>
                </a:solidFill>
              </a:rPr>
              <a:t>CERTU Shipment#2 = Sub Shipment#2</a:t>
            </a:r>
          </a:p>
          <a:p>
            <a:pPr marL="171450" indent="-171450">
              <a:buFontTx/>
              <a:buChar char="-"/>
            </a:pPr>
            <a:r>
              <a:rPr lang="en-US">
                <a:solidFill>
                  <a:srgbClr val="FF0000"/>
                </a:solidFill>
              </a:rPr>
              <a:t>Hub </a:t>
            </a:r>
            <a:r>
              <a:rPr lang="en-US" err="1">
                <a:solidFill>
                  <a:srgbClr val="FF0000"/>
                </a:solidFill>
              </a:rPr>
              <a:t>SamutPrakan</a:t>
            </a:r>
            <a:r>
              <a:rPr lang="en-US">
                <a:solidFill>
                  <a:srgbClr val="FF0000"/>
                </a:solidFill>
              </a:rPr>
              <a:t> -&gt; Agent1</a:t>
            </a:r>
          </a:p>
          <a:p>
            <a:pPr marL="171450" indent="-171450">
              <a:buFontTx/>
              <a:buChar char="-"/>
            </a:pPr>
            <a:r>
              <a:rPr lang="en-US">
                <a:solidFill>
                  <a:srgbClr val="FF0000"/>
                </a:solidFill>
              </a:rPr>
              <a:t>CERTU POD#2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DF0290-483B-6BFF-7088-A048CE221C9A}"/>
              </a:ext>
            </a:extLst>
          </p:cNvPr>
          <p:cNvSpPr txBox="1"/>
          <p:nvPr/>
        </p:nvSpPr>
        <p:spPr>
          <a:xfrm>
            <a:off x="8909733" y="5664823"/>
            <a:ext cx="2688557" cy="6463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cs typeface="ThaiBev Sans New"/>
              </a:defRPr>
            </a:lvl1pPr>
          </a:lstStyle>
          <a:p>
            <a:r>
              <a:rPr lang="en-US">
                <a:solidFill>
                  <a:srgbClr val="FF0000"/>
                </a:solidFill>
              </a:rPr>
              <a:t>CERTU Shipment#3 = Sub Shipment#3</a:t>
            </a:r>
          </a:p>
          <a:p>
            <a:pPr marL="171450" indent="-171450">
              <a:buFontTx/>
              <a:buChar char="-"/>
            </a:pPr>
            <a:r>
              <a:rPr lang="en-US">
                <a:solidFill>
                  <a:srgbClr val="FF0000"/>
                </a:solidFill>
              </a:rPr>
              <a:t>Hub </a:t>
            </a:r>
            <a:r>
              <a:rPr lang="en-US" err="1">
                <a:solidFill>
                  <a:srgbClr val="FF0000"/>
                </a:solidFill>
              </a:rPr>
              <a:t>SamutPrakan</a:t>
            </a:r>
            <a:r>
              <a:rPr lang="en-US">
                <a:solidFill>
                  <a:srgbClr val="FF0000"/>
                </a:solidFill>
              </a:rPr>
              <a:t> -&gt; Agent2</a:t>
            </a:r>
          </a:p>
          <a:p>
            <a:pPr marL="171450" indent="-171450">
              <a:buFontTx/>
              <a:buChar char="-"/>
            </a:pPr>
            <a:r>
              <a:rPr lang="en-US">
                <a:solidFill>
                  <a:srgbClr val="FF0000"/>
                </a:solidFill>
              </a:rPr>
              <a:t>CERTU POD#3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18700D4-28F7-A24D-D3E8-20D04AAAD37A}"/>
              </a:ext>
            </a:extLst>
          </p:cNvPr>
          <p:cNvCxnSpPr>
            <a:cxnSpLocks/>
            <a:stCxn id="53" idx="2"/>
            <a:endCxn id="36" idx="1"/>
          </p:cNvCxnSpPr>
          <p:nvPr/>
        </p:nvCxnSpPr>
        <p:spPr>
          <a:xfrm rot="16200000" flipH="1">
            <a:off x="6958369" y="2442770"/>
            <a:ext cx="703034" cy="31996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B89045F3-AB72-1833-26E9-6D7647D37BAF}"/>
              </a:ext>
            </a:extLst>
          </p:cNvPr>
          <p:cNvCxnSpPr>
            <a:cxnSpLocks/>
            <a:stCxn id="53" idx="2"/>
            <a:endCxn id="37" idx="1"/>
          </p:cNvCxnSpPr>
          <p:nvPr/>
        </p:nvCxnSpPr>
        <p:spPr>
          <a:xfrm rot="16200000" flipH="1">
            <a:off x="6161441" y="3239697"/>
            <a:ext cx="2296888" cy="31996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208">
            <a:extLst>
              <a:ext uri="{FF2B5EF4-FFF2-40B4-BE49-F238E27FC236}">
                <a16:creationId xmlns:a16="http://schemas.microsoft.com/office/drawing/2014/main" id="{88A70189-FC32-83D5-9E42-F7CDA75E50C8}"/>
              </a:ext>
            </a:extLst>
          </p:cNvPr>
          <p:cNvSpPr/>
          <p:nvPr/>
        </p:nvSpPr>
        <p:spPr>
          <a:xfrm>
            <a:off x="5046322" y="3174278"/>
            <a:ext cx="1327432" cy="5168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b="1">
                <a:solidFill>
                  <a:prstClr val="white"/>
                </a:solidFill>
              </a:rPr>
              <a:t>(DC) HUB </a:t>
            </a:r>
            <a:r>
              <a:rPr lang="en-US" sz="1200" b="1" err="1">
                <a:solidFill>
                  <a:prstClr val="white"/>
                </a:solidFill>
              </a:rPr>
              <a:t>SamutPrakarn</a:t>
            </a:r>
            <a:endParaRPr lang="en-US" sz="1200" b="1">
              <a:solidFill>
                <a:prstClr val="white"/>
              </a:solidFill>
            </a:endParaRPr>
          </a:p>
        </p:txBody>
      </p:sp>
      <p:sp>
        <p:nvSpPr>
          <p:cNvPr id="67" name="Rectangle: Rounded Corners 208">
            <a:extLst>
              <a:ext uri="{FF2B5EF4-FFF2-40B4-BE49-F238E27FC236}">
                <a16:creationId xmlns:a16="http://schemas.microsoft.com/office/drawing/2014/main" id="{39F14E86-3609-4AC5-C28F-4D8F11EFCFB0}"/>
              </a:ext>
            </a:extLst>
          </p:cNvPr>
          <p:cNvSpPr/>
          <p:nvPr/>
        </p:nvSpPr>
        <p:spPr>
          <a:xfrm>
            <a:off x="8909734" y="3570434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1</a:t>
            </a:r>
          </a:p>
        </p:txBody>
      </p:sp>
      <p:sp>
        <p:nvSpPr>
          <p:cNvPr id="68" name="Rectangle: Rounded Corners 208">
            <a:extLst>
              <a:ext uri="{FF2B5EF4-FFF2-40B4-BE49-F238E27FC236}">
                <a16:creationId xmlns:a16="http://schemas.microsoft.com/office/drawing/2014/main" id="{01DF673A-0D81-6281-A0E0-1A7CCAFEBA9F}"/>
              </a:ext>
            </a:extLst>
          </p:cNvPr>
          <p:cNvSpPr/>
          <p:nvPr/>
        </p:nvSpPr>
        <p:spPr>
          <a:xfrm>
            <a:off x="8909734" y="5160076"/>
            <a:ext cx="1983006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2</a:t>
            </a:r>
          </a:p>
        </p:txBody>
      </p:sp>
      <p:pic>
        <p:nvPicPr>
          <p:cNvPr id="72" name="Graphic 71" descr="Truck">
            <a:extLst>
              <a:ext uri="{FF2B5EF4-FFF2-40B4-BE49-F238E27FC236}">
                <a16:creationId xmlns:a16="http://schemas.microsoft.com/office/drawing/2014/main" id="{8E6D3178-9447-2D22-641B-FD3C367675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9050" y="2532607"/>
            <a:ext cx="1147113" cy="1147113"/>
          </a:xfrm>
          <a:prstGeom prst="rect">
            <a:avLst/>
          </a:prstGeom>
        </p:spPr>
      </p:pic>
      <p:pic>
        <p:nvPicPr>
          <p:cNvPr id="73" name="Graphic 72" descr="Truck">
            <a:extLst>
              <a:ext uri="{FF2B5EF4-FFF2-40B4-BE49-F238E27FC236}">
                <a16:creationId xmlns:a16="http://schemas.microsoft.com/office/drawing/2014/main" id="{4BFA9F47-225B-4A21-5F0A-61FDBB0AB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02635" y="3948885"/>
            <a:ext cx="519935" cy="519935"/>
          </a:xfrm>
          <a:prstGeom prst="rect">
            <a:avLst/>
          </a:prstGeom>
        </p:spPr>
      </p:pic>
      <p:pic>
        <p:nvPicPr>
          <p:cNvPr id="74" name="Graphic 73" descr="Truck">
            <a:extLst>
              <a:ext uri="{FF2B5EF4-FFF2-40B4-BE49-F238E27FC236}">
                <a16:creationId xmlns:a16="http://schemas.microsoft.com/office/drawing/2014/main" id="{27002E24-016E-ABD4-049E-4617BAC36E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2628" y="5540077"/>
            <a:ext cx="519935" cy="519935"/>
          </a:xfrm>
          <a:prstGeom prst="rect">
            <a:avLst/>
          </a:prstGeom>
        </p:spPr>
      </p:pic>
      <p:sp>
        <p:nvSpPr>
          <p:cNvPr id="75" name="Rectangle: Rounded Corners 208">
            <a:extLst>
              <a:ext uri="{FF2B5EF4-FFF2-40B4-BE49-F238E27FC236}">
                <a16:creationId xmlns:a16="http://schemas.microsoft.com/office/drawing/2014/main" id="{C8073E00-C528-248E-FB9A-6790A24D7E5E}"/>
              </a:ext>
            </a:extLst>
          </p:cNvPr>
          <p:cNvSpPr/>
          <p:nvPr/>
        </p:nvSpPr>
        <p:spPr>
          <a:xfrm>
            <a:off x="633663" y="3173663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8D38FE4-8E88-8510-6A19-35401E3178F9}"/>
              </a:ext>
            </a:extLst>
          </p:cNvPr>
          <p:cNvCxnSpPr>
            <a:cxnSpLocks/>
            <a:stCxn id="75" idx="3"/>
            <a:endCxn id="53" idx="1"/>
          </p:cNvCxnSpPr>
          <p:nvPr/>
        </p:nvCxnSpPr>
        <p:spPr>
          <a:xfrm>
            <a:off x="1961095" y="3432075"/>
            <a:ext cx="3085227" cy="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208">
            <a:extLst>
              <a:ext uri="{FF2B5EF4-FFF2-40B4-BE49-F238E27FC236}">
                <a16:creationId xmlns:a16="http://schemas.microsoft.com/office/drawing/2014/main" id="{A18C7097-8EE5-D97C-B967-74994CEB3D54}"/>
              </a:ext>
            </a:extLst>
          </p:cNvPr>
          <p:cNvSpPr/>
          <p:nvPr/>
        </p:nvSpPr>
        <p:spPr>
          <a:xfrm>
            <a:off x="638490" y="942231"/>
            <a:ext cx="1327432" cy="516823"/>
          </a:xfrm>
          <a:prstGeom prst="round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</a:t>
            </a:r>
          </a:p>
        </p:txBody>
      </p:sp>
      <p:sp>
        <p:nvSpPr>
          <p:cNvPr id="82" name="Rectangle: Rounded Corners 208">
            <a:extLst>
              <a:ext uri="{FF2B5EF4-FFF2-40B4-BE49-F238E27FC236}">
                <a16:creationId xmlns:a16="http://schemas.microsoft.com/office/drawing/2014/main" id="{C222E818-E5AE-60DA-81AB-221014581E3E}"/>
              </a:ext>
            </a:extLst>
          </p:cNvPr>
          <p:cNvSpPr/>
          <p:nvPr/>
        </p:nvSpPr>
        <p:spPr>
          <a:xfrm>
            <a:off x="8909734" y="937145"/>
            <a:ext cx="2676299" cy="5168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Agent 1, Agent 2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13B32FF-58B6-AF2D-4A98-C93640D8B040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 flipV="1">
            <a:off x="1965922" y="1195557"/>
            <a:ext cx="6943812" cy="5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306A03E-19B2-E926-3290-6AFC02326D36}"/>
              </a:ext>
            </a:extLst>
          </p:cNvPr>
          <p:cNvSpPr txBox="1"/>
          <p:nvPr/>
        </p:nvSpPr>
        <p:spPr>
          <a:xfrm>
            <a:off x="3387426" y="901330"/>
            <a:ext cx="4100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Shipment#1 (Issue stock from WMS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Bangna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 WH)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155E55D-EF40-0532-2CD6-56C0352BEE99}"/>
              </a:ext>
            </a:extLst>
          </p:cNvPr>
          <p:cNvSpPr/>
          <p:nvPr/>
        </p:nvSpPr>
        <p:spPr>
          <a:xfrm>
            <a:off x="453151" y="2555246"/>
            <a:ext cx="11384839" cy="3875125"/>
          </a:xfrm>
          <a:prstGeom prst="rect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3C9A119-63C3-4425-6E08-2F41447CA6DF}"/>
              </a:ext>
            </a:extLst>
          </p:cNvPr>
          <p:cNvSpPr txBox="1"/>
          <p:nvPr/>
        </p:nvSpPr>
        <p:spPr>
          <a:xfrm>
            <a:off x="4062238" y="2788158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82E1DC5-F054-8B15-45AC-671E0E170D59}"/>
              </a:ext>
            </a:extLst>
          </p:cNvPr>
          <p:cNvSpPr txBox="1"/>
          <p:nvPr/>
        </p:nvSpPr>
        <p:spPr>
          <a:xfrm>
            <a:off x="8350770" y="4034081"/>
            <a:ext cx="247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D14143-AA61-C105-5C86-43B83837AB12}"/>
              </a:ext>
            </a:extLst>
          </p:cNvPr>
          <p:cNvSpPr txBox="1"/>
          <p:nvPr/>
        </p:nvSpPr>
        <p:spPr>
          <a:xfrm>
            <a:off x="8377811" y="5631007"/>
            <a:ext cx="247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2067071-A133-F8B2-268E-302111558676}"/>
              </a:ext>
            </a:extLst>
          </p:cNvPr>
          <p:cNvSpPr txBox="1"/>
          <p:nvPr/>
        </p:nvSpPr>
        <p:spPr>
          <a:xfrm>
            <a:off x="4933544" y="2933845"/>
            <a:ext cx="1552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aiBev Sans New"/>
                <a:ea typeface="+mn-ea"/>
                <a:cs typeface="ThaiBev Sans New"/>
              </a:rPr>
              <a:t>Cross Dock location</a:t>
            </a:r>
            <a:endParaRPr lang="en-US" sz="1000" b="1" u="sng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288E55-BF5D-561D-93DF-4536BAB64638}"/>
              </a:ext>
            </a:extLst>
          </p:cNvPr>
          <p:cNvSpPr txBox="1"/>
          <p:nvPr/>
        </p:nvSpPr>
        <p:spPr>
          <a:xfrm>
            <a:off x="3840776" y="1267565"/>
            <a:ext cx="37385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0" indent="-171450">
              <a:buFontTx/>
              <a:buChar char="-"/>
              <a:defRPr/>
            </a:pPr>
            <a:r>
              <a:rPr lang="en-US" sz="1200">
                <a:solidFill>
                  <a:srgbClr val="007A3E"/>
                </a:solidFill>
              </a:rPr>
              <a:t>Sub Shipment#1 (Type = Cross Dock Inbound)</a:t>
            </a:r>
          </a:p>
          <a:p>
            <a:pPr marL="171450" indent="-171450">
              <a:buFontTx/>
              <a:buChar char="-"/>
              <a:defRPr/>
            </a:pPr>
            <a:r>
              <a:rPr lang="en-US" sz="1200">
                <a:solidFill>
                  <a:srgbClr val="FF0000"/>
                </a:solidFill>
              </a:rPr>
              <a:t>Sub Shipment#2 (Type = Cross Dock Outbound)</a:t>
            </a:r>
          </a:p>
          <a:p>
            <a:pPr marL="171450" indent="-171450">
              <a:buFontTx/>
              <a:buChar char="-"/>
              <a:defRPr/>
            </a:pPr>
            <a:r>
              <a:rPr lang="en-US" sz="1200">
                <a:solidFill>
                  <a:srgbClr val="FF0000"/>
                </a:solidFill>
              </a:rPr>
              <a:t>Sub Shipment#3 (Type = Cross Dock Outbound)</a:t>
            </a:r>
          </a:p>
          <a:p>
            <a:pPr>
              <a:defRPr/>
            </a:pPr>
            <a:r>
              <a:rPr lang="en-US" sz="1200">
                <a:solidFill>
                  <a:srgbClr val="FF0000"/>
                </a:solidFill>
              </a:rPr>
              <a:t>--------------------------------------------------------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/>
              <a:t>Issue Date = </a:t>
            </a:r>
            <a:r>
              <a:rPr lang="th-TH" sz="1200"/>
              <a:t>การตัดจ่ายสินค้าจาก </a:t>
            </a:r>
            <a:r>
              <a:rPr lang="en-US" sz="1200"/>
              <a:t>WMS </a:t>
            </a:r>
            <a:r>
              <a:rPr lang="th-TH" sz="1200"/>
              <a:t>ของคลังบางนา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/>
              <a:t>POD Date = </a:t>
            </a:r>
            <a:r>
              <a:rPr lang="th-TH" sz="1200"/>
              <a:t>วันที่มากที่สุดที่ลูกค้าได้รับสินค้าสำเร็จ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096374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7F6220-C331-8E9B-60F3-1ECBEFE8CE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anchor="t"/>
          <a:lstStyle/>
          <a:p>
            <a:r>
              <a:rPr lang="en-US" b="1">
                <a:latin typeface="Kanit Medium"/>
                <a:cs typeface="Kanit Medium" panose="00000600000000000000" pitchFamily="2" charset="-34"/>
              </a:rPr>
              <a:t>Scenario Flow</a:t>
            </a:r>
            <a:r>
              <a:rPr lang="en-US">
                <a:latin typeface="ThaiBev Sans New Black"/>
                <a:cs typeface="Kanit Medium" panose="00000600000000000000" pitchFamily="2" charset="-34"/>
              </a:rPr>
              <a:t> </a:t>
            </a:r>
            <a:r>
              <a:rPr lang="en-US" b="1">
                <a:latin typeface="Kanit Medium"/>
                <a:cs typeface="Kanit Medium" panose="00000600000000000000" pitchFamily="2" charset="-34"/>
              </a:rPr>
              <a:t>Cross</a:t>
            </a:r>
            <a:r>
              <a:rPr lang="en-US" b="1">
                <a:latin typeface="Kanit Medium"/>
                <a:cs typeface="Kanit Medium"/>
              </a:rPr>
              <a:t> Dock</a:t>
            </a:r>
            <a:endParaRPr lang="en-US">
              <a:latin typeface="Kanit Medium"/>
              <a:cs typeface="Kanit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46F10-36D1-B15B-310F-09371B9CC8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638E2D-360A-1730-F688-0769A9CEC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09070"/>
              </p:ext>
            </p:extLst>
          </p:nvPr>
        </p:nvGraphicFramePr>
        <p:xfrm>
          <a:off x="726379" y="1392569"/>
          <a:ext cx="10246421" cy="3729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122">
                  <a:extLst>
                    <a:ext uri="{9D8B030D-6E8A-4147-A177-3AD203B41FA5}">
                      <a16:colId xmlns:a16="http://schemas.microsoft.com/office/drawing/2014/main" val="398911610"/>
                    </a:ext>
                  </a:extLst>
                </a:gridCol>
                <a:gridCol w="4431699">
                  <a:extLst>
                    <a:ext uri="{9D8B030D-6E8A-4147-A177-3AD203B41FA5}">
                      <a16:colId xmlns:a16="http://schemas.microsoft.com/office/drawing/2014/main" val="1335180095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103339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Kanit Light"/>
                        </a:rP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Kanit Light"/>
                        </a:rP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Kanit Light"/>
                        </a:rPr>
                        <a:t>Ways of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441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Kanit Light"/>
                          <a:cs typeface="Kanit Light" panose="0000040000000000000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latin typeface="Kanit Light"/>
                          <a:cs typeface="Kanit Light" panose="00000400000000000000"/>
                        </a:rPr>
                        <a:t>สินค้า</a:t>
                      </a:r>
                      <a:r>
                        <a:rPr lang="en-US" sz="1400" b="0" i="0" u="none" strike="noStrike" noProof="0">
                          <a:latin typeface="Kanit Light"/>
                          <a:cs typeface="Kanit Light" panose="00000400000000000000"/>
                        </a:rPr>
                        <a:t> Cross Dock </a:t>
                      </a:r>
                      <a:r>
                        <a:rPr lang="en-US" sz="1400" b="0" i="0" u="none" strike="noStrike" noProof="0" err="1">
                          <a:latin typeface="Kanit Light"/>
                          <a:cs typeface="Kanit Light" panose="00000400000000000000"/>
                        </a:rPr>
                        <a:t>ที่มีการเบิกพอดีกับยอดที่รับ</a:t>
                      </a:r>
                      <a:r>
                        <a:rPr lang="en-US" sz="1400" b="0" i="0" u="none" strike="noStrike" noProof="0">
                          <a:latin typeface="Kanit Light"/>
                          <a:cs typeface="Kanit Light" panose="00000400000000000000"/>
                        </a:rPr>
                        <a:t> </a:t>
                      </a:r>
                      <a:endParaRPr lang="en-US" sz="1400">
                        <a:latin typeface="Kanit Light"/>
                        <a:cs typeface="Kanit Light" panose="0000040000000000000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Kanit Light"/>
                        <a:cs typeface="Kanit Light" panose="0000040000000000000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86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สินค้า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Cross Dock </a:t>
                      </a: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เหลือ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Gen ASN </a:t>
                      </a: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ส่งไปให้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WMS </a:t>
                      </a: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เพื่อทำรับเป็น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Stock Item </a:t>
                      </a:r>
                      <a:endParaRPr lang="en-US" sz="1400">
                        <a:solidFill>
                          <a:srgbClr val="FF0000"/>
                        </a:solidFill>
                        <a:latin typeface="Kanit Light"/>
                        <a:cs typeface="Kanit Light" panose="0000040000000000000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WMS: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หากยังไม่มี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Flow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นี้สามารถ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Create ASN Manual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เพื่อรับสินค้าเข้า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WMS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เป็น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Stock Item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Cross Docking: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เพิ่มฟังก์ชัน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Manual Closed ASN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13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สินค้า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Cross Dock </a:t>
                      </a: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มีไม่เพียงพอ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Gen Shipment </a:t>
                      </a: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ไปเบิกที่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WMS </a:t>
                      </a: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เพิ่มเติม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</a:t>
                      </a:r>
                      <a:endParaRPr lang="en-US" sz="1400">
                        <a:solidFill>
                          <a:srgbClr val="FF0000"/>
                        </a:solidFill>
                        <a:latin typeface="Kanit Light"/>
                        <a:cs typeface="Kanit Light" panose="0000040000000000000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WMS: Create Shipment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ไปเบิกสินค้าเพิ่มเติม</a:t>
                      </a:r>
                    </a:p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Cross Docking: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เพิ่มฟังก์ชัน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Short Pick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20707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Shipment Cross Dock </a:t>
                      </a: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มีสินค้าและ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Matching </a:t>
                      </a: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พอแต่มีสินค้า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Stock Item </a:t>
                      </a:r>
                      <a:r>
                        <a:rPr lang="en-US" sz="1400" b="0" i="0" u="none" strike="noStrike" noProof="0" err="1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ที่เหลืออยู่ใน</a:t>
                      </a:r>
                      <a:r>
                        <a:rPr lang="en-US" sz="1400" b="0" i="0" u="none" strike="noStrike" noProof="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WMS </a:t>
                      </a:r>
                      <a:endParaRPr lang="en-US" sz="1400">
                        <a:solidFill>
                          <a:srgbClr val="FF0000"/>
                        </a:solidFill>
                        <a:latin typeface="Kanit Light"/>
                        <a:cs typeface="Kanit Light" panose="0000040000000000000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solidFill>
                          <a:srgbClr val="FF0000"/>
                        </a:solidFill>
                        <a:latin typeface="Kanit Light"/>
                        <a:cs typeface="Kanit Light" panose="0000040000000000000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56545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สินค้า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Cross Dock Damage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มี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Process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การทำงานอย่างไร</a:t>
                      </a:r>
                      <a:endParaRPr lang="en-US" sz="1400">
                        <a:solidFill>
                          <a:srgbClr val="FF0000"/>
                        </a:solidFill>
                        <a:latin typeface="Kanit Light"/>
                        <a:cs typeface="Kanit Light" panose="0000040000000000000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WMS: Create ASN /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Shipment Manual</a:t>
                      </a:r>
                    </a:p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WMS: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หยิบสินค้าสลับใน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WMS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และไป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Change Status </a:t>
                      </a:r>
                      <a:r>
                        <a:rPr lang="th-TH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ที่ </a:t>
                      </a:r>
                      <a:r>
                        <a:rPr lang="en-US" sz="1400">
                          <a:solidFill>
                            <a:srgbClr val="FF0000"/>
                          </a:solidFill>
                          <a:latin typeface="Kanit Light"/>
                          <a:cs typeface="Kanit Light" panose="00000400000000000000"/>
                        </a:rPr>
                        <a:t>WMS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091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843717"/>
      </p:ext>
    </p:extLst>
  </p:cSld>
  <p:clrMapOvr>
    <a:masterClrMapping/>
  </p:clrMapOvr>
</p:sld>
</file>

<file path=ppt/theme/theme1.xml><?xml version="1.0" encoding="utf-8"?>
<a:theme xmlns:a="http://schemas.openxmlformats.org/drawingml/2006/main" name="1_PASSION Theme">
  <a:themeElements>
    <a:clrScheme name="ThaiBev Template 2021">
      <a:dk1>
        <a:sysClr val="windowText" lastClr="000000"/>
      </a:dk1>
      <a:lt1>
        <a:sysClr val="window" lastClr="FFFFFF"/>
      </a:lt1>
      <a:dk2>
        <a:srgbClr val="54575A"/>
      </a:dk2>
      <a:lt2>
        <a:srgbClr val="E4E1E6"/>
      </a:lt2>
      <a:accent1>
        <a:srgbClr val="007A3E"/>
      </a:accent1>
      <a:accent2>
        <a:srgbClr val="009D45"/>
      </a:accent2>
      <a:accent3>
        <a:srgbClr val="92D050"/>
      </a:accent3>
      <a:accent4>
        <a:srgbClr val="AD841F"/>
      </a:accent4>
      <a:accent5>
        <a:srgbClr val="D79A29"/>
      </a:accent5>
      <a:accent6>
        <a:srgbClr val="FDE01D"/>
      </a:accent6>
      <a:hlink>
        <a:srgbClr val="006F97"/>
      </a:hlink>
      <a:folHlink>
        <a:srgbClr val="8BB7E2"/>
      </a:folHlink>
    </a:clrScheme>
    <a:fontScheme name="ThaiBev">
      <a:majorFont>
        <a:latin typeface="ThaiBev Sans New"/>
        <a:ea typeface=""/>
        <a:cs typeface="ThaiBev Sans New"/>
      </a:majorFont>
      <a:minorFont>
        <a:latin typeface="ThaiBev Sans New"/>
        <a:ea typeface=""/>
        <a:cs typeface="ThaiBev Sans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061a1d-0f07-4d68-98a9-3b5adf0703fc">
      <Terms xmlns="http://schemas.microsoft.com/office/infopath/2007/PartnerControls"/>
    </lcf76f155ced4ddcb4097134ff3c332f>
    <TaxCatchAll xmlns="9d601519-242c-4127-9074-23e8c334f62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CC0C9AC7AF24DB88985A1E7B00F9C" ma:contentTypeVersion="14" ma:contentTypeDescription="Create a new document." ma:contentTypeScope="" ma:versionID="c552e10185773b208954002ffba20ad8">
  <xsd:schema xmlns:xsd="http://www.w3.org/2001/XMLSchema" xmlns:xs="http://www.w3.org/2001/XMLSchema" xmlns:p="http://schemas.microsoft.com/office/2006/metadata/properties" xmlns:ns2="66061a1d-0f07-4d68-98a9-3b5adf0703fc" xmlns:ns3="9d601519-242c-4127-9074-23e8c334f621" targetNamespace="http://schemas.microsoft.com/office/2006/metadata/properties" ma:root="true" ma:fieldsID="5cd9fc4e760639eaec60262fe1904b12" ns2:_="" ns3:_="">
    <xsd:import namespace="66061a1d-0f07-4d68-98a9-3b5adf0703fc"/>
    <xsd:import namespace="9d601519-242c-4127-9074-23e8c334f6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061a1d-0f07-4d68-98a9-3b5adf0703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c80754fe-6205-454c-af8e-9e72c758fa0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01519-242c-4127-9074-23e8c334f62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6b5c3bd-b475-472a-8b91-a06272800201}" ma:internalName="TaxCatchAll" ma:showField="CatchAllData" ma:web="9d601519-242c-4127-9074-23e8c334f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F81AB0-119C-456C-847E-90585C4B4ED9}">
  <ds:schemaRefs>
    <ds:schemaRef ds:uri="66061a1d-0f07-4d68-98a9-3b5adf0703fc"/>
    <ds:schemaRef ds:uri="98ecd48a-390d-4fb2-bb65-b55d3c142e89"/>
    <ds:schemaRef ds:uri="9d601519-242c-4127-9074-23e8c334f621"/>
    <ds:schemaRef ds:uri="edefef27-744a-40cc-83de-2151239417a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6B45835-A552-4FF3-B95C-6A4F784A7A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97BB4B-A3D4-4713-B711-7717073A98E6}">
  <ds:schemaRefs>
    <ds:schemaRef ds:uri="66061a1d-0f07-4d68-98a9-3b5adf0703fc"/>
    <ds:schemaRef ds:uri="9d601519-242c-4127-9074-23e8c334f6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4998</Words>
  <Application>Microsoft Office PowerPoint</Application>
  <PresentationFormat>Widescreen</PresentationFormat>
  <Paragraphs>1677</Paragraphs>
  <Slides>56</Slides>
  <Notes>0</Notes>
  <HiddenSlides>26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Arial</vt:lpstr>
      <vt:lpstr>Calibri</vt:lpstr>
      <vt:lpstr>Kanit Light</vt:lpstr>
      <vt:lpstr>Kanit Medium</vt:lpstr>
      <vt:lpstr>ThaiBev Sans New</vt:lpstr>
      <vt:lpstr>ThaiBev Sans New Black</vt:lpstr>
      <vt:lpstr>ThaiBev Sans New Bold</vt:lpstr>
      <vt:lpstr>ThaiBev Sans New Regular</vt:lpstr>
      <vt:lpstr>ThaiBev Sans New SemiBold</vt:lpstr>
      <vt:lpstr>1_PASSION Theme</vt:lpstr>
      <vt:lpstr>User Manual End to End CROSS DOCKING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Panuwat Thongthammachat</cp:lastModifiedBy>
  <cp:revision>6</cp:revision>
  <dcterms:created xsi:type="dcterms:W3CDTF">2020-06-30T10:43:11Z</dcterms:created>
  <dcterms:modified xsi:type="dcterms:W3CDTF">2026-05-26T06:57:01Z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0x010100D7CCC0C9AC7AF24DB88985A1E7B00F9C</vt:lpwstr>
  </property>
  <property fmtid="{D5CDD505-2E9C-101B-9397-08002B2CF9AE}" pid="3" name="MediaServiceImageTags">
    <vt:lpwstr/>
  </property>
</Properties>
</file>